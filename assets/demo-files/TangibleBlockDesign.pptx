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63" r:id="rId2"/>
    <p:sldId id="265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93"/>
    <a:srgbClr val="5B9BD5"/>
    <a:srgbClr val="7030A0"/>
    <a:srgbClr val="9C006D"/>
    <a:srgbClr val="942093"/>
    <a:srgbClr val="D883FF"/>
    <a:srgbClr val="941651"/>
    <a:srgbClr val="FF85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92AAC9-E4F6-284C-BE1A-9B3739C5BB7D}" v="163" dt="2025-11-28T23:22:18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5"/>
    <p:restoredTop sz="96301"/>
  </p:normalViewPr>
  <p:slideViewPr>
    <p:cSldViewPr snapToGrid="0">
      <p:cViewPr varScale="1">
        <p:scale>
          <a:sx n="122" d="100"/>
          <a:sy n="122" d="100"/>
        </p:scale>
        <p:origin x="8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63E9-5A74-E342-9CA6-AD3D062F0189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36722-5EBB-3B4E-A9F4-9D4B758EC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8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= 31</a:t>
            </a:r>
          </a:p>
          <a:p>
            <a:r>
              <a:rPr lang="en-US" dirty="0"/>
              <a:t>Delay = 47</a:t>
            </a:r>
          </a:p>
          <a:p>
            <a:r>
              <a:rPr lang="en-US" dirty="0"/>
              <a:t>Loop = 55</a:t>
            </a:r>
          </a:p>
          <a:p>
            <a:r>
              <a:rPr lang="en-US" dirty="0"/>
              <a:t>End Loop = 59</a:t>
            </a:r>
          </a:p>
          <a:p>
            <a:r>
              <a:rPr lang="en-US" dirty="0"/>
              <a:t>0 = 103</a:t>
            </a:r>
          </a:p>
          <a:p>
            <a:r>
              <a:rPr lang="en-US" dirty="0"/>
              <a:t>1 = 107</a:t>
            </a:r>
          </a:p>
          <a:p>
            <a:r>
              <a:rPr lang="en-US" dirty="0"/>
              <a:t>2 = 109</a:t>
            </a:r>
          </a:p>
          <a:p>
            <a:r>
              <a:rPr lang="en-US" dirty="0"/>
              <a:t>3 = 115</a:t>
            </a:r>
          </a:p>
          <a:p>
            <a:r>
              <a:rPr lang="en-US" dirty="0"/>
              <a:t>4 = 117</a:t>
            </a:r>
          </a:p>
          <a:p>
            <a:r>
              <a:rPr lang="en-US" dirty="0"/>
              <a:t>5 = 121</a:t>
            </a:r>
          </a:p>
          <a:p>
            <a:r>
              <a:rPr lang="en-US" dirty="0"/>
              <a:t>6 = 143</a:t>
            </a:r>
          </a:p>
          <a:p>
            <a:r>
              <a:rPr lang="en-US" dirty="0"/>
              <a:t>7 = 151</a:t>
            </a:r>
          </a:p>
          <a:p>
            <a:r>
              <a:rPr lang="en-US" dirty="0"/>
              <a:t>8 = 155</a:t>
            </a:r>
          </a:p>
          <a:p>
            <a:r>
              <a:rPr lang="en-US" dirty="0"/>
              <a:t>9 = 157</a:t>
            </a:r>
          </a:p>
          <a:p>
            <a:r>
              <a:rPr lang="en-US" dirty="0"/>
              <a:t>A = 167</a:t>
            </a:r>
          </a:p>
          <a:p>
            <a:r>
              <a:rPr lang="en-US" dirty="0"/>
              <a:t>B = 171</a:t>
            </a:r>
          </a:p>
          <a:p>
            <a:r>
              <a:rPr lang="en-US" dirty="0"/>
              <a:t>C = 173</a:t>
            </a:r>
          </a:p>
          <a:p>
            <a:r>
              <a:rPr lang="en-US" dirty="0"/>
              <a:t>D = 179</a:t>
            </a:r>
          </a:p>
          <a:p>
            <a:r>
              <a:rPr lang="en-US" dirty="0"/>
              <a:t>E = 181</a:t>
            </a:r>
          </a:p>
          <a:p>
            <a:r>
              <a:rPr lang="en-US" dirty="0"/>
              <a:t>F = 185</a:t>
            </a:r>
          </a:p>
          <a:p>
            <a:r>
              <a:rPr lang="en-US" dirty="0"/>
              <a:t>G = 199</a:t>
            </a:r>
          </a:p>
          <a:p>
            <a:r>
              <a:rPr lang="en-US" dirty="0"/>
              <a:t>H = 203</a:t>
            </a:r>
          </a:p>
          <a:p>
            <a:r>
              <a:rPr lang="en-US" dirty="0"/>
              <a:t>I = 205</a:t>
            </a:r>
          </a:p>
          <a:p>
            <a:r>
              <a:rPr lang="en-US" dirty="0"/>
              <a:t>J = 211</a:t>
            </a:r>
          </a:p>
          <a:p>
            <a:r>
              <a:rPr lang="en-US" dirty="0"/>
              <a:t>K = 213</a:t>
            </a:r>
          </a:p>
          <a:p>
            <a:r>
              <a:rPr lang="en-US" dirty="0"/>
              <a:t>L = 217</a:t>
            </a:r>
          </a:p>
          <a:p>
            <a:r>
              <a:rPr lang="en-US" dirty="0"/>
              <a:t>M = 227</a:t>
            </a:r>
          </a:p>
          <a:p>
            <a:r>
              <a:rPr lang="en-US" dirty="0"/>
              <a:t>N = 229</a:t>
            </a:r>
          </a:p>
          <a:p>
            <a:r>
              <a:rPr lang="en-US" dirty="0"/>
              <a:t>O = 233</a:t>
            </a:r>
          </a:p>
          <a:p>
            <a:r>
              <a:rPr lang="en-US" dirty="0"/>
              <a:t>P = 241</a:t>
            </a:r>
          </a:p>
          <a:p>
            <a:r>
              <a:rPr lang="en-US" dirty="0"/>
              <a:t>Q = 271</a:t>
            </a:r>
          </a:p>
          <a:p>
            <a:r>
              <a:rPr lang="en-US" dirty="0"/>
              <a:t>R = 279</a:t>
            </a:r>
          </a:p>
          <a:p>
            <a:r>
              <a:rPr lang="en-US" dirty="0"/>
              <a:t>S = 283</a:t>
            </a:r>
          </a:p>
          <a:p>
            <a:r>
              <a:rPr lang="en-US" dirty="0"/>
              <a:t>T = 285</a:t>
            </a:r>
          </a:p>
          <a:p>
            <a:r>
              <a:rPr lang="en-US" dirty="0"/>
              <a:t>U = 295</a:t>
            </a:r>
          </a:p>
          <a:p>
            <a:r>
              <a:rPr lang="en-US" dirty="0"/>
              <a:t>V = 299</a:t>
            </a:r>
          </a:p>
          <a:p>
            <a:r>
              <a:rPr lang="en-US" dirty="0"/>
              <a:t>W = 301</a:t>
            </a:r>
          </a:p>
          <a:p>
            <a:r>
              <a:rPr lang="en-US" dirty="0"/>
              <a:t>X = 307</a:t>
            </a:r>
          </a:p>
          <a:p>
            <a:r>
              <a:rPr lang="en-US" dirty="0"/>
              <a:t>Y = 309</a:t>
            </a:r>
          </a:p>
          <a:p>
            <a:r>
              <a:rPr lang="en-US" dirty="0"/>
              <a:t>Z =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36722-5EBB-3B4E-A9F4-9D4B758ECF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574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BBB6-360A-87AD-E50C-EFAB501AA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C9091-620F-E9DA-6DCB-D5F3A5FE6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32075-058F-55B0-30DD-03AED7EAA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= 31</a:t>
            </a:r>
          </a:p>
          <a:p>
            <a:r>
              <a:rPr lang="en-US" dirty="0"/>
              <a:t>Delay = 47</a:t>
            </a:r>
          </a:p>
          <a:p>
            <a:r>
              <a:rPr lang="en-US" dirty="0"/>
              <a:t>Loop = 55</a:t>
            </a:r>
          </a:p>
          <a:p>
            <a:r>
              <a:rPr lang="en-US" dirty="0"/>
              <a:t>End Loop = 59</a:t>
            </a:r>
          </a:p>
          <a:p>
            <a:r>
              <a:rPr lang="en-US" dirty="0"/>
              <a:t>0 = 103</a:t>
            </a:r>
          </a:p>
          <a:p>
            <a:r>
              <a:rPr lang="en-US" dirty="0"/>
              <a:t>1 = 107</a:t>
            </a:r>
          </a:p>
          <a:p>
            <a:r>
              <a:rPr lang="en-US" dirty="0"/>
              <a:t>2 = 109</a:t>
            </a:r>
          </a:p>
          <a:p>
            <a:r>
              <a:rPr lang="en-US" dirty="0"/>
              <a:t>3 = 115</a:t>
            </a:r>
          </a:p>
          <a:p>
            <a:r>
              <a:rPr lang="en-US" dirty="0"/>
              <a:t>4 = 117</a:t>
            </a:r>
          </a:p>
          <a:p>
            <a:r>
              <a:rPr lang="en-US" dirty="0"/>
              <a:t>5 = 121</a:t>
            </a:r>
          </a:p>
          <a:p>
            <a:r>
              <a:rPr lang="en-US" dirty="0"/>
              <a:t>6 = 143</a:t>
            </a:r>
          </a:p>
          <a:p>
            <a:r>
              <a:rPr lang="en-US" dirty="0"/>
              <a:t>7 = 151</a:t>
            </a:r>
          </a:p>
          <a:p>
            <a:r>
              <a:rPr lang="en-US" dirty="0"/>
              <a:t>8 = 155</a:t>
            </a:r>
          </a:p>
          <a:p>
            <a:r>
              <a:rPr lang="en-US" dirty="0"/>
              <a:t>9 = 157</a:t>
            </a:r>
          </a:p>
          <a:p>
            <a:r>
              <a:rPr lang="en-US" dirty="0"/>
              <a:t>A = 167</a:t>
            </a:r>
          </a:p>
          <a:p>
            <a:r>
              <a:rPr lang="en-US" dirty="0"/>
              <a:t>B = 171</a:t>
            </a:r>
          </a:p>
          <a:p>
            <a:r>
              <a:rPr lang="en-US" dirty="0"/>
              <a:t>C = 173</a:t>
            </a:r>
          </a:p>
          <a:p>
            <a:r>
              <a:rPr lang="en-US" dirty="0"/>
              <a:t>D = 179</a:t>
            </a:r>
          </a:p>
          <a:p>
            <a:r>
              <a:rPr lang="en-US" dirty="0"/>
              <a:t>E = 181</a:t>
            </a:r>
          </a:p>
          <a:p>
            <a:r>
              <a:rPr lang="en-US" dirty="0"/>
              <a:t>F = 185</a:t>
            </a:r>
          </a:p>
          <a:p>
            <a:r>
              <a:rPr lang="en-US" dirty="0"/>
              <a:t>G = 199</a:t>
            </a:r>
          </a:p>
          <a:p>
            <a:r>
              <a:rPr lang="en-US" dirty="0"/>
              <a:t>H = 203</a:t>
            </a:r>
          </a:p>
          <a:p>
            <a:r>
              <a:rPr lang="en-US" dirty="0"/>
              <a:t>I = 205</a:t>
            </a:r>
          </a:p>
          <a:p>
            <a:r>
              <a:rPr lang="en-US" dirty="0"/>
              <a:t>J = 211</a:t>
            </a:r>
          </a:p>
          <a:p>
            <a:r>
              <a:rPr lang="en-US" dirty="0"/>
              <a:t>K = 213</a:t>
            </a:r>
          </a:p>
          <a:p>
            <a:r>
              <a:rPr lang="en-US" dirty="0"/>
              <a:t>L = 217</a:t>
            </a:r>
          </a:p>
          <a:p>
            <a:r>
              <a:rPr lang="en-US" dirty="0"/>
              <a:t>M = 227</a:t>
            </a:r>
          </a:p>
          <a:p>
            <a:r>
              <a:rPr lang="en-US" dirty="0"/>
              <a:t>N = 229</a:t>
            </a:r>
          </a:p>
          <a:p>
            <a:r>
              <a:rPr lang="en-US" dirty="0"/>
              <a:t>O = 233</a:t>
            </a:r>
          </a:p>
          <a:p>
            <a:r>
              <a:rPr lang="en-US" dirty="0"/>
              <a:t>P = 241</a:t>
            </a:r>
          </a:p>
          <a:p>
            <a:r>
              <a:rPr lang="en-US" dirty="0"/>
              <a:t>Q = 271</a:t>
            </a:r>
          </a:p>
          <a:p>
            <a:r>
              <a:rPr lang="en-US" dirty="0"/>
              <a:t>R = 279</a:t>
            </a:r>
          </a:p>
          <a:p>
            <a:r>
              <a:rPr lang="en-US" dirty="0"/>
              <a:t>S = 283</a:t>
            </a:r>
          </a:p>
          <a:p>
            <a:r>
              <a:rPr lang="en-US" dirty="0"/>
              <a:t>T = 285</a:t>
            </a:r>
          </a:p>
          <a:p>
            <a:r>
              <a:rPr lang="en-US" dirty="0"/>
              <a:t>U = 295</a:t>
            </a:r>
          </a:p>
          <a:p>
            <a:r>
              <a:rPr lang="en-US" dirty="0"/>
              <a:t>V = 299</a:t>
            </a:r>
          </a:p>
          <a:p>
            <a:r>
              <a:rPr lang="en-US" dirty="0"/>
              <a:t>W = 301</a:t>
            </a:r>
          </a:p>
          <a:p>
            <a:r>
              <a:rPr lang="en-US" dirty="0"/>
              <a:t>X = 307</a:t>
            </a:r>
          </a:p>
          <a:p>
            <a:r>
              <a:rPr lang="en-US" dirty="0"/>
              <a:t>Y = 309</a:t>
            </a:r>
          </a:p>
          <a:p>
            <a:r>
              <a:rPr lang="en-US" dirty="0"/>
              <a:t>Z =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1C802-2894-DB52-6B5E-049AC423C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36722-5EBB-3B4E-A9F4-9D4B758ECF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70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370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8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3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43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23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94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57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33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96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22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8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6B393-7137-E545-940E-2913B4095BBF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CD401-69B8-7045-B398-90E0F1374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9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450219A-E3B1-16FC-379C-65C6AEBD25A6}"/>
              </a:ext>
            </a:extLst>
          </p:cNvPr>
          <p:cNvGrpSpPr/>
          <p:nvPr/>
        </p:nvGrpSpPr>
        <p:grpSpPr>
          <a:xfrm>
            <a:off x="170702" y="200063"/>
            <a:ext cx="2318604" cy="688200"/>
            <a:chOff x="316643" y="131848"/>
            <a:chExt cx="2318604" cy="6882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3C949F8-0CFD-52E7-60A8-C3AE53A8571B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2783FB1-E925-2B52-E074-0DE656072444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B34BF36-6D00-C355-7D6F-1D6447D63E94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49417DF8-D7F0-8749-BF08-755BE81D2AE1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4E1D39C1-3BB6-33AD-CC4C-570BAEB3A11E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7474CBE6-7F33-228C-6B07-2979A2D535DC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92593C05-AF5E-7D2E-922B-AC8557E10E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8B8B5BD-3919-0774-3909-9FC5D7E257A9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3947E76-2135-A585-F792-8D0CF2FC8248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663A3E9-9531-CCF3-0073-7CF4798464BF}"/>
              </a:ext>
            </a:extLst>
          </p:cNvPr>
          <p:cNvGrpSpPr/>
          <p:nvPr/>
        </p:nvGrpSpPr>
        <p:grpSpPr>
          <a:xfrm>
            <a:off x="2701138" y="148506"/>
            <a:ext cx="2202436" cy="1340139"/>
            <a:chOff x="2996213" y="132528"/>
            <a:chExt cx="2202436" cy="1340139"/>
          </a:xfrm>
        </p:grpSpPr>
        <p:grpSp>
          <p:nvGrpSpPr>
            <p:cNvPr id="446" name="Group 445">
              <a:extLst>
                <a:ext uri="{FF2B5EF4-FFF2-40B4-BE49-F238E27FC236}">
                  <a16:creationId xmlns:a16="http://schemas.microsoft.com/office/drawing/2014/main" id="{D680A86D-09E4-0123-4887-64A74C102094}"/>
                </a:ext>
              </a:extLst>
            </p:cNvPr>
            <p:cNvGrpSpPr/>
            <p:nvPr/>
          </p:nvGrpSpPr>
          <p:grpSpPr>
            <a:xfrm>
              <a:off x="2996213" y="157779"/>
              <a:ext cx="2202436" cy="1314888"/>
              <a:chOff x="2171986" y="3391996"/>
              <a:chExt cx="1603234" cy="957155"/>
            </a:xfrm>
          </p:grpSpPr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356D5F72-2C13-48AC-8590-B140BAA31DDD}"/>
                  </a:ext>
                </a:extLst>
              </p:cNvPr>
              <p:cNvSpPr/>
              <p:nvPr/>
            </p:nvSpPr>
            <p:spPr>
              <a:xfrm>
                <a:off x="2171986" y="3391996"/>
                <a:ext cx="1596793" cy="460121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Chevron 449">
                <a:extLst>
                  <a:ext uri="{FF2B5EF4-FFF2-40B4-BE49-F238E27FC236}">
                    <a16:creationId xmlns:a16="http://schemas.microsoft.com/office/drawing/2014/main" id="{10262C55-9B84-0556-316D-CDE3903AD4DF}"/>
                  </a:ext>
                </a:extLst>
              </p:cNvPr>
              <p:cNvSpPr/>
              <p:nvPr/>
            </p:nvSpPr>
            <p:spPr>
              <a:xfrm>
                <a:off x="2177040" y="3391996"/>
                <a:ext cx="781914" cy="460121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Chevron 450">
                <a:extLst>
                  <a:ext uri="{FF2B5EF4-FFF2-40B4-BE49-F238E27FC236}">
                    <a16:creationId xmlns:a16="http://schemas.microsoft.com/office/drawing/2014/main" id="{FD365D22-F503-44C6-92DC-9F29B22A9F3B}"/>
                  </a:ext>
                </a:extLst>
              </p:cNvPr>
              <p:cNvSpPr/>
              <p:nvPr/>
            </p:nvSpPr>
            <p:spPr>
              <a:xfrm rot="16200000">
                <a:off x="2083114" y="3810054"/>
                <a:ext cx="628541" cy="449653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8C3CF44C-8D13-B8DE-0906-7A4867EFF432}"/>
                  </a:ext>
                </a:extLst>
              </p:cNvPr>
              <p:cNvSpPr/>
              <p:nvPr/>
            </p:nvSpPr>
            <p:spPr>
              <a:xfrm>
                <a:off x="3651434" y="3503283"/>
                <a:ext cx="123786" cy="2332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F47449B0-81EE-DB55-5847-851FF1554397}"/>
                </a:ext>
              </a:extLst>
            </p:cNvPr>
            <p:cNvSpPr/>
            <p:nvPr/>
          </p:nvSpPr>
          <p:spPr>
            <a:xfrm>
              <a:off x="3034948" y="185485"/>
              <a:ext cx="576000" cy="57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8F7528A7-64D3-D8C1-1F63-A2498171A0A4}"/>
                </a:ext>
              </a:extLst>
            </p:cNvPr>
            <p:cNvSpPr/>
            <p:nvPr/>
          </p:nvSpPr>
          <p:spPr>
            <a:xfrm>
              <a:off x="3656099" y="185485"/>
              <a:ext cx="1194592" cy="5742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4" name="Picture 443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81FCA822-6E59-55F2-3EF8-1B54373D07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24062" t="8062" r="66542" b="54099"/>
            <a:stretch/>
          </p:blipFill>
          <p:spPr>
            <a:xfrm>
              <a:off x="3060902" y="214329"/>
              <a:ext cx="540000" cy="517180"/>
            </a:xfrm>
            <a:prstGeom prst="rect">
              <a:avLst/>
            </a:prstGeom>
          </p:spPr>
        </p:pic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A9650ED2-CBE8-5E65-B643-079B0E2B7005}"/>
                </a:ext>
              </a:extLst>
            </p:cNvPr>
            <p:cNvSpPr txBox="1"/>
            <p:nvPr/>
          </p:nvSpPr>
          <p:spPr>
            <a:xfrm>
              <a:off x="3656098" y="13252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LOOP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487029-400A-6979-BBC0-E795CC6E1614}"/>
                </a:ext>
              </a:extLst>
            </p:cNvPr>
            <p:cNvSpPr txBox="1"/>
            <p:nvPr/>
          </p:nvSpPr>
          <p:spPr>
            <a:xfrm>
              <a:off x="3698517" y="370040"/>
              <a:ext cx="10909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⠇⠕⠕⠏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83BC396-2808-4B1F-F754-18C2870A25D7}"/>
              </a:ext>
            </a:extLst>
          </p:cNvPr>
          <p:cNvGrpSpPr/>
          <p:nvPr/>
        </p:nvGrpSpPr>
        <p:grpSpPr>
          <a:xfrm>
            <a:off x="8151110" y="78229"/>
            <a:ext cx="1567016" cy="695758"/>
            <a:chOff x="5994131" y="80290"/>
            <a:chExt cx="1567016" cy="695758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47E76B73-D64E-2C9E-7C8B-D7DB017324E2}"/>
                </a:ext>
              </a:extLst>
            </p:cNvPr>
            <p:cNvGrpSpPr/>
            <p:nvPr/>
          </p:nvGrpSpPr>
          <p:grpSpPr>
            <a:xfrm>
              <a:off x="5994131" y="114781"/>
              <a:ext cx="1567016" cy="632089"/>
              <a:chOff x="5109672" y="94061"/>
              <a:chExt cx="1567016" cy="632089"/>
            </a:xfrm>
          </p:grpSpPr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1234784E-1A79-4C80-DAE4-872119166D6C}"/>
                  </a:ext>
                </a:extLst>
              </p:cNvPr>
              <p:cNvSpPr/>
              <p:nvPr/>
            </p:nvSpPr>
            <p:spPr>
              <a:xfrm>
                <a:off x="5278477" y="94061"/>
                <a:ext cx="1390194" cy="632089"/>
              </a:xfrm>
              <a:prstGeom prst="rect">
                <a:avLst/>
              </a:prstGeom>
              <a:solidFill>
                <a:srgbClr val="FF0093"/>
              </a:solidFill>
              <a:ln>
                <a:solidFill>
                  <a:srgbClr val="FF00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98548FBC-FC48-3205-4390-E0624C65A952}"/>
                  </a:ext>
                </a:extLst>
              </p:cNvPr>
              <p:cNvSpPr/>
              <p:nvPr/>
            </p:nvSpPr>
            <p:spPr>
              <a:xfrm>
                <a:off x="5109672" y="257105"/>
                <a:ext cx="168805" cy="302400"/>
              </a:xfrm>
              <a:prstGeom prst="rect">
                <a:avLst/>
              </a:prstGeom>
              <a:solidFill>
                <a:srgbClr val="FF0093"/>
              </a:solidFill>
              <a:ln>
                <a:solidFill>
                  <a:srgbClr val="FF00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FB0981C5-0EC5-7F79-DA93-A9FD00912A95}"/>
                  </a:ext>
                </a:extLst>
              </p:cNvPr>
              <p:cNvSpPr/>
              <p:nvPr/>
            </p:nvSpPr>
            <p:spPr>
              <a:xfrm>
                <a:off x="5337929" y="122105"/>
                <a:ext cx="57600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EEA0239C-2DA8-3777-75A4-87DC7183EF73}"/>
                  </a:ext>
                </a:extLst>
              </p:cNvPr>
              <p:cNvSpPr/>
              <p:nvPr/>
            </p:nvSpPr>
            <p:spPr>
              <a:xfrm>
                <a:off x="5958051" y="122105"/>
                <a:ext cx="481249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8B4E52B4-6D6A-778B-A511-7DD7CC706864}"/>
                  </a:ext>
                </a:extLst>
              </p:cNvPr>
              <p:cNvSpPr/>
              <p:nvPr/>
            </p:nvSpPr>
            <p:spPr>
              <a:xfrm>
                <a:off x="6507883" y="241402"/>
                <a:ext cx="168805" cy="319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703272C0-F0DA-ECFC-6504-244063BA745F}"/>
                </a:ext>
              </a:extLst>
            </p:cNvPr>
            <p:cNvSpPr txBox="1"/>
            <p:nvPr/>
          </p:nvSpPr>
          <p:spPr>
            <a:xfrm>
              <a:off x="6887815" y="80290"/>
              <a:ext cx="384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pic>
          <p:nvPicPr>
            <p:cNvPr id="369" name="Picture 36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CBCAD54B-E0FB-BE91-6EFA-0344178097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2921" t="54156" r="78036" b="8614"/>
            <a:stretch/>
          </p:blipFill>
          <p:spPr>
            <a:xfrm>
              <a:off x="6223452" y="161027"/>
              <a:ext cx="551555" cy="5400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99D0455-D8D1-E39D-A8DD-CB2EFA8C92C0}"/>
                </a:ext>
              </a:extLst>
            </p:cNvPr>
            <p:cNvSpPr txBox="1"/>
            <p:nvPr/>
          </p:nvSpPr>
          <p:spPr>
            <a:xfrm>
              <a:off x="6789100" y="314383"/>
              <a:ext cx="643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#a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AD01AD6-FA48-0D45-F4B3-4EE55978AD99}"/>
              </a:ext>
            </a:extLst>
          </p:cNvPr>
          <p:cNvGrpSpPr/>
          <p:nvPr/>
        </p:nvGrpSpPr>
        <p:grpSpPr>
          <a:xfrm>
            <a:off x="8151110" y="765010"/>
            <a:ext cx="1567016" cy="695758"/>
            <a:chOff x="4127777" y="945827"/>
            <a:chExt cx="1567016" cy="69575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A4532B2-58B2-5712-9CC4-E8194581F3A7}"/>
                </a:ext>
              </a:extLst>
            </p:cNvPr>
            <p:cNvGrpSpPr/>
            <p:nvPr/>
          </p:nvGrpSpPr>
          <p:grpSpPr>
            <a:xfrm>
              <a:off x="4127777" y="945827"/>
              <a:ext cx="1567016" cy="695758"/>
              <a:chOff x="5994131" y="80290"/>
              <a:chExt cx="1567016" cy="695758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9645270A-18A0-97B5-B95A-E3848D454175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7870F75-47DD-A139-3CC0-338A6724EFF4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1" name="Rectangle 470">
                  <a:extLst>
                    <a:ext uri="{FF2B5EF4-FFF2-40B4-BE49-F238E27FC236}">
                      <a16:creationId xmlns:a16="http://schemas.microsoft.com/office/drawing/2014/main" id="{DB69A677-05A2-E1B6-A1A2-3D5D4C7916E2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4" name="Rectangle 473">
                  <a:extLst>
                    <a:ext uri="{FF2B5EF4-FFF2-40B4-BE49-F238E27FC236}">
                      <a16:creationId xmlns:a16="http://schemas.microsoft.com/office/drawing/2014/main" id="{1FBF65E0-F031-C4C1-A4AD-04118C578307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0" name="Rectangle 499">
                  <a:extLst>
                    <a:ext uri="{FF2B5EF4-FFF2-40B4-BE49-F238E27FC236}">
                      <a16:creationId xmlns:a16="http://schemas.microsoft.com/office/drawing/2014/main" id="{56200F02-8E4C-58F9-96B9-8399104FC67E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CBB7EC64-0CC9-332C-F5BA-4B263DB426F3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151AE5-0903-5842-3E48-0B5ECA8DD09A}"/>
                  </a:ext>
                </a:extLst>
              </p:cNvPr>
              <p:cNvSpPr txBox="1"/>
              <p:nvPr/>
            </p:nvSpPr>
            <p:spPr>
              <a:xfrm>
                <a:off x="6892158" y="80290"/>
                <a:ext cx="3845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2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D27A31-E28E-43DA-C424-C6DF506A7EC1}"/>
                  </a:ext>
                </a:extLst>
              </p:cNvPr>
              <p:cNvSpPr txBox="1"/>
              <p:nvPr/>
            </p:nvSpPr>
            <p:spPr>
              <a:xfrm>
                <a:off x="678910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#b</a:t>
                </a:r>
              </a:p>
            </p:txBody>
          </p:sp>
        </p:grpSp>
        <p:pic>
          <p:nvPicPr>
            <p:cNvPr id="148" name="Picture 147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4D96C688-3B30-10E7-0760-665F0FD765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24067" t="54156" r="66890" b="8614"/>
            <a:stretch/>
          </p:blipFill>
          <p:spPr>
            <a:xfrm>
              <a:off x="4363249" y="1036455"/>
              <a:ext cx="551555" cy="540000"/>
            </a:xfrm>
            <a:prstGeom prst="rect">
              <a:avLst/>
            </a:prstGeom>
          </p:spPr>
        </p:pic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8FDFF138-89BF-F6BD-BC78-EFD8D7BEADE1}"/>
              </a:ext>
            </a:extLst>
          </p:cNvPr>
          <p:cNvGrpSpPr/>
          <p:nvPr/>
        </p:nvGrpSpPr>
        <p:grpSpPr>
          <a:xfrm>
            <a:off x="8151110" y="1451791"/>
            <a:ext cx="1567016" cy="695758"/>
            <a:chOff x="3725622" y="973737"/>
            <a:chExt cx="1567016" cy="695758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63F1F578-3988-1359-13B6-C6931072C700}"/>
                </a:ext>
              </a:extLst>
            </p:cNvPr>
            <p:cNvGrpSpPr/>
            <p:nvPr/>
          </p:nvGrpSpPr>
          <p:grpSpPr>
            <a:xfrm>
              <a:off x="3725622" y="973737"/>
              <a:ext cx="1567016" cy="695758"/>
              <a:chOff x="5994131" y="80290"/>
              <a:chExt cx="1567016" cy="695758"/>
            </a:xfrm>
          </p:grpSpPr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3B8F0875-3C10-D3E8-9909-0037A63A4E99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272" name="Rectangle 271">
                  <a:extLst>
                    <a:ext uri="{FF2B5EF4-FFF2-40B4-BE49-F238E27FC236}">
                      <a16:creationId xmlns:a16="http://schemas.microsoft.com/office/drawing/2014/main" id="{2CD5A59C-7792-8FA5-7841-FC9F1FDA920D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3" name="Rectangle 272">
                  <a:extLst>
                    <a:ext uri="{FF2B5EF4-FFF2-40B4-BE49-F238E27FC236}">
                      <a16:creationId xmlns:a16="http://schemas.microsoft.com/office/drawing/2014/main" id="{49F925C2-8E5F-9994-A85B-9C3A742ABD59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57B94EB3-7D2D-863E-9E5F-D2BC4EF09433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EAC3B856-9AC2-C565-C5C6-09F5AF731D09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6" name="Rectangle 275">
                  <a:extLst>
                    <a:ext uri="{FF2B5EF4-FFF2-40B4-BE49-F238E27FC236}">
                      <a16:creationId xmlns:a16="http://schemas.microsoft.com/office/drawing/2014/main" id="{EF394F7D-ED72-6486-E531-312FBFB4D4B5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945F5392-5B9F-4408-EA21-5BA32520FF30}"/>
                  </a:ext>
                </a:extLst>
              </p:cNvPr>
              <p:cNvSpPr txBox="1"/>
              <p:nvPr/>
            </p:nvSpPr>
            <p:spPr>
              <a:xfrm>
                <a:off x="6862081" y="80290"/>
                <a:ext cx="4425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3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11FD3816-1712-4EFC-11B1-A8BA2594E107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#c</a:t>
                </a:r>
              </a:p>
            </p:txBody>
          </p:sp>
        </p:grpSp>
        <p:pic>
          <p:nvPicPr>
            <p:cNvPr id="277" name="Picture 276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7DA1B4AB-BF34-D698-C541-7732C5FC8A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34870" t="54156" r="55637" b="8614"/>
            <a:stretch/>
          </p:blipFill>
          <p:spPr>
            <a:xfrm>
              <a:off x="3965418" y="1068541"/>
              <a:ext cx="540000" cy="503627"/>
            </a:xfrm>
            <a:prstGeom prst="rect">
              <a:avLst/>
            </a:prstGeom>
          </p:spPr>
        </p:pic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EA5AA6CE-9DBA-2DCC-19F6-08B8E586C39D}"/>
              </a:ext>
            </a:extLst>
          </p:cNvPr>
          <p:cNvGrpSpPr/>
          <p:nvPr/>
        </p:nvGrpSpPr>
        <p:grpSpPr>
          <a:xfrm>
            <a:off x="8151110" y="2138572"/>
            <a:ext cx="1567016" cy="695758"/>
            <a:chOff x="5794388" y="1542034"/>
            <a:chExt cx="1567016" cy="695758"/>
          </a:xfrm>
        </p:grpSpPr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90BB61FD-C562-E725-48E7-14773C371A92}"/>
                </a:ext>
              </a:extLst>
            </p:cNvPr>
            <p:cNvGrpSpPr/>
            <p:nvPr/>
          </p:nvGrpSpPr>
          <p:grpSpPr>
            <a:xfrm>
              <a:off x="5794388" y="1542034"/>
              <a:ext cx="1567016" cy="695758"/>
              <a:chOff x="5994131" y="80290"/>
              <a:chExt cx="1567016" cy="695758"/>
            </a:xfrm>
          </p:grpSpPr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9F25710E-9A17-0373-983D-2CA165D1EF09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324" name="Rectangle 323">
                  <a:extLst>
                    <a:ext uri="{FF2B5EF4-FFF2-40B4-BE49-F238E27FC236}">
                      <a16:creationId xmlns:a16="http://schemas.microsoft.com/office/drawing/2014/main" id="{9328D6E7-C2CC-A4E8-C82A-1E95E32AF2B7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7" name="Rectangle 326">
                  <a:extLst>
                    <a:ext uri="{FF2B5EF4-FFF2-40B4-BE49-F238E27FC236}">
                      <a16:creationId xmlns:a16="http://schemas.microsoft.com/office/drawing/2014/main" id="{05AB4B25-F9C6-64CB-2187-443600D7DEB9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3" name="Rectangle 332">
                  <a:extLst>
                    <a:ext uri="{FF2B5EF4-FFF2-40B4-BE49-F238E27FC236}">
                      <a16:creationId xmlns:a16="http://schemas.microsoft.com/office/drawing/2014/main" id="{C3FA7DD4-8476-86DA-41A3-1C27FE90146C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6" name="Rectangle 335">
                  <a:extLst>
                    <a:ext uri="{FF2B5EF4-FFF2-40B4-BE49-F238E27FC236}">
                      <a16:creationId xmlns:a16="http://schemas.microsoft.com/office/drawing/2014/main" id="{29900075-D9F0-ABBD-958B-E8A8B84E2A79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2" name="Rectangle 341">
                  <a:extLst>
                    <a:ext uri="{FF2B5EF4-FFF2-40B4-BE49-F238E27FC236}">
                      <a16:creationId xmlns:a16="http://schemas.microsoft.com/office/drawing/2014/main" id="{153C5175-FB7C-5F56-1CCF-2CB41E9EC747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6456A37E-BBEE-0A8D-B1E7-279C74869566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4</a:t>
                </a:r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0B95BCBD-050D-CCBF-6A7C-7A892500AB20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#d</a:t>
                </a:r>
              </a:p>
            </p:txBody>
          </p:sp>
        </p:grpSp>
        <p:pic>
          <p:nvPicPr>
            <p:cNvPr id="345" name="Picture 344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8A4336A3-EB3B-8396-D771-11DC317FDF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45766" t="54156" r="44972" b="8614"/>
            <a:stretch/>
          </p:blipFill>
          <p:spPr>
            <a:xfrm>
              <a:off x="6026383" y="1633829"/>
              <a:ext cx="540000" cy="516195"/>
            </a:xfrm>
            <a:prstGeom prst="rect">
              <a:avLst/>
            </a:prstGeom>
          </p:spPr>
        </p:pic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81701E75-75A6-D8CF-8420-2D0E5F867A98}"/>
              </a:ext>
            </a:extLst>
          </p:cNvPr>
          <p:cNvGrpSpPr/>
          <p:nvPr/>
        </p:nvGrpSpPr>
        <p:grpSpPr>
          <a:xfrm>
            <a:off x="4953000" y="4885320"/>
            <a:ext cx="1567016" cy="695758"/>
            <a:chOff x="4117203" y="2440310"/>
            <a:chExt cx="1567016" cy="695758"/>
          </a:xfrm>
        </p:grpSpPr>
        <p:grpSp>
          <p:nvGrpSpPr>
            <p:cNvPr id="539" name="Group 538">
              <a:extLst>
                <a:ext uri="{FF2B5EF4-FFF2-40B4-BE49-F238E27FC236}">
                  <a16:creationId xmlns:a16="http://schemas.microsoft.com/office/drawing/2014/main" id="{642FA94E-EDF7-73FB-2B6C-4FD7A661E511}"/>
                </a:ext>
              </a:extLst>
            </p:cNvPr>
            <p:cNvGrpSpPr/>
            <p:nvPr/>
          </p:nvGrpSpPr>
          <p:grpSpPr>
            <a:xfrm>
              <a:off x="4117203" y="2440310"/>
              <a:ext cx="1567016" cy="695758"/>
              <a:chOff x="5994131" y="80290"/>
              <a:chExt cx="1567016" cy="695758"/>
            </a:xfrm>
          </p:grpSpPr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DE8B7FAD-A6C3-4F02-DA2F-3C3EB96954F5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544" name="Rectangle 543">
                  <a:extLst>
                    <a:ext uri="{FF2B5EF4-FFF2-40B4-BE49-F238E27FC236}">
                      <a16:creationId xmlns:a16="http://schemas.microsoft.com/office/drawing/2014/main" id="{89CB8E5E-8F4D-D215-3153-01A521C8E849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5" name="Rectangle 544">
                  <a:extLst>
                    <a:ext uri="{FF2B5EF4-FFF2-40B4-BE49-F238E27FC236}">
                      <a16:creationId xmlns:a16="http://schemas.microsoft.com/office/drawing/2014/main" id="{05E57F9B-51C2-EB13-9D17-3BCF1763410F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6" name="Rectangle 545">
                  <a:extLst>
                    <a:ext uri="{FF2B5EF4-FFF2-40B4-BE49-F238E27FC236}">
                      <a16:creationId xmlns:a16="http://schemas.microsoft.com/office/drawing/2014/main" id="{E6149E24-3B2C-509A-BBA8-52511A446AA8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7" name="Rectangle 546">
                  <a:extLst>
                    <a:ext uri="{FF2B5EF4-FFF2-40B4-BE49-F238E27FC236}">
                      <a16:creationId xmlns:a16="http://schemas.microsoft.com/office/drawing/2014/main" id="{B9604DFC-9747-111B-65B5-0DA3347BE592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8" name="Rectangle 547">
                  <a:extLst>
                    <a:ext uri="{FF2B5EF4-FFF2-40B4-BE49-F238E27FC236}">
                      <a16:creationId xmlns:a16="http://schemas.microsoft.com/office/drawing/2014/main" id="{97427883-728F-C971-A40F-5721530DB8ED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42" name="TextBox 541">
                <a:extLst>
                  <a:ext uri="{FF2B5EF4-FFF2-40B4-BE49-F238E27FC236}">
                    <a16:creationId xmlns:a16="http://schemas.microsoft.com/office/drawing/2014/main" id="{4BC75849-0BA2-E3C3-8FAB-041990EC5E01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0</a:t>
                </a:r>
              </a:p>
            </p:txBody>
          </p:sp>
          <p:sp>
            <p:nvSpPr>
              <p:cNvPr id="543" name="TextBox 542">
                <a:extLst>
                  <a:ext uri="{FF2B5EF4-FFF2-40B4-BE49-F238E27FC236}">
                    <a16:creationId xmlns:a16="http://schemas.microsoft.com/office/drawing/2014/main" id="{43D9976B-6825-C060-57BA-4840A1406BFA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#j</a:t>
                </a:r>
              </a:p>
            </p:txBody>
          </p:sp>
        </p:grpSp>
        <p:pic>
          <p:nvPicPr>
            <p:cNvPr id="549" name="Picture 54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811320EA-1A85-7834-5788-613AE28595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54156" r="88821" b="8614"/>
            <a:stretch/>
          </p:blipFill>
          <p:spPr>
            <a:xfrm>
              <a:off x="4362306" y="2529710"/>
              <a:ext cx="540000" cy="518670"/>
            </a:xfrm>
            <a:prstGeom prst="rect">
              <a:avLst/>
            </a:prstGeom>
          </p:spPr>
        </p:pic>
      </p:grpSp>
      <p:grpSp>
        <p:nvGrpSpPr>
          <p:cNvPr id="563" name="Group 562">
            <a:extLst>
              <a:ext uri="{FF2B5EF4-FFF2-40B4-BE49-F238E27FC236}">
                <a16:creationId xmlns:a16="http://schemas.microsoft.com/office/drawing/2014/main" id="{96D95752-4368-6633-665A-0E26D8850A00}"/>
              </a:ext>
            </a:extLst>
          </p:cNvPr>
          <p:cNvGrpSpPr/>
          <p:nvPr/>
        </p:nvGrpSpPr>
        <p:grpSpPr>
          <a:xfrm>
            <a:off x="8151110" y="2825353"/>
            <a:ext cx="1567016" cy="695758"/>
            <a:chOff x="3335290" y="3258606"/>
            <a:chExt cx="1567016" cy="695758"/>
          </a:xfrm>
        </p:grpSpPr>
        <p:grpSp>
          <p:nvGrpSpPr>
            <p:cNvPr id="552" name="Group 551">
              <a:extLst>
                <a:ext uri="{FF2B5EF4-FFF2-40B4-BE49-F238E27FC236}">
                  <a16:creationId xmlns:a16="http://schemas.microsoft.com/office/drawing/2014/main" id="{9B11EC1C-2F3C-85AB-7CDE-EFC34AAEBC25}"/>
                </a:ext>
              </a:extLst>
            </p:cNvPr>
            <p:cNvGrpSpPr/>
            <p:nvPr/>
          </p:nvGrpSpPr>
          <p:grpSpPr>
            <a:xfrm>
              <a:off x="3335290" y="3258606"/>
              <a:ext cx="1567016" cy="695758"/>
              <a:chOff x="5994131" y="80290"/>
              <a:chExt cx="1567016" cy="695758"/>
            </a:xfrm>
          </p:grpSpPr>
          <p:grpSp>
            <p:nvGrpSpPr>
              <p:cNvPr id="554" name="Group 553">
                <a:extLst>
                  <a:ext uri="{FF2B5EF4-FFF2-40B4-BE49-F238E27FC236}">
                    <a16:creationId xmlns:a16="http://schemas.microsoft.com/office/drawing/2014/main" id="{33EEE275-76EB-2324-8386-1E016176F2E0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557" name="Rectangle 556">
                  <a:extLst>
                    <a:ext uri="{FF2B5EF4-FFF2-40B4-BE49-F238E27FC236}">
                      <a16:creationId xmlns:a16="http://schemas.microsoft.com/office/drawing/2014/main" id="{6FEB6311-83D0-99AF-9907-ED48DFAA283F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8" name="Rectangle 557">
                  <a:extLst>
                    <a:ext uri="{FF2B5EF4-FFF2-40B4-BE49-F238E27FC236}">
                      <a16:creationId xmlns:a16="http://schemas.microsoft.com/office/drawing/2014/main" id="{7EE57A4D-7305-029B-7AC0-501C20FFCE80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9" name="Rectangle 558">
                  <a:extLst>
                    <a:ext uri="{FF2B5EF4-FFF2-40B4-BE49-F238E27FC236}">
                      <a16:creationId xmlns:a16="http://schemas.microsoft.com/office/drawing/2014/main" id="{EBDC0C7A-8755-1F6C-BB00-AE434DAA7A4E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0" name="Rectangle 559">
                  <a:extLst>
                    <a:ext uri="{FF2B5EF4-FFF2-40B4-BE49-F238E27FC236}">
                      <a16:creationId xmlns:a16="http://schemas.microsoft.com/office/drawing/2014/main" id="{09A8B7D3-ED29-C0DF-4283-5335012B94D9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1" name="Rectangle 560">
                  <a:extLst>
                    <a:ext uri="{FF2B5EF4-FFF2-40B4-BE49-F238E27FC236}">
                      <a16:creationId xmlns:a16="http://schemas.microsoft.com/office/drawing/2014/main" id="{116F41E2-D4F7-AB14-A93B-4499A2BE34B0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55" name="TextBox 554">
                <a:extLst>
                  <a:ext uri="{FF2B5EF4-FFF2-40B4-BE49-F238E27FC236}">
                    <a16:creationId xmlns:a16="http://schemas.microsoft.com/office/drawing/2014/main" id="{F1FF4463-EEFD-2F2A-95A2-C42FA21BB429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5</a:t>
                </a:r>
              </a:p>
            </p:txBody>
          </p:sp>
          <p:sp>
            <p:nvSpPr>
              <p:cNvPr id="556" name="TextBox 555">
                <a:extLst>
                  <a:ext uri="{FF2B5EF4-FFF2-40B4-BE49-F238E27FC236}">
                    <a16:creationId xmlns:a16="http://schemas.microsoft.com/office/drawing/2014/main" id="{EDC09938-19D5-7208-8EBF-EBB18C41DE2B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#e</a:t>
                </a:r>
              </a:p>
            </p:txBody>
          </p:sp>
        </p:grpSp>
        <p:pic>
          <p:nvPicPr>
            <p:cNvPr id="562" name="Picture 561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045B2339-5D97-EDF9-D1A8-402F156A3C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56919" t="54156" r="33819" b="8614"/>
            <a:stretch/>
          </p:blipFill>
          <p:spPr>
            <a:xfrm>
              <a:off x="3576657" y="3351596"/>
              <a:ext cx="540000" cy="516196"/>
            </a:xfrm>
            <a:prstGeom prst="rect">
              <a:avLst/>
            </a:prstGeom>
          </p:spPr>
        </p:pic>
      </p:grp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990E01CB-74F5-597A-9B26-14327C3760B8}"/>
              </a:ext>
            </a:extLst>
          </p:cNvPr>
          <p:cNvGrpSpPr/>
          <p:nvPr/>
        </p:nvGrpSpPr>
        <p:grpSpPr>
          <a:xfrm>
            <a:off x="8151110" y="3512134"/>
            <a:ext cx="1567016" cy="695758"/>
            <a:chOff x="5684219" y="3079399"/>
            <a:chExt cx="1567016" cy="695758"/>
          </a:xfrm>
        </p:grpSpPr>
        <p:grpSp>
          <p:nvGrpSpPr>
            <p:cNvPr id="565" name="Group 564">
              <a:extLst>
                <a:ext uri="{FF2B5EF4-FFF2-40B4-BE49-F238E27FC236}">
                  <a16:creationId xmlns:a16="http://schemas.microsoft.com/office/drawing/2014/main" id="{C1BEC355-971B-2CF7-0C20-40BCBEB177A9}"/>
                </a:ext>
              </a:extLst>
            </p:cNvPr>
            <p:cNvGrpSpPr/>
            <p:nvPr/>
          </p:nvGrpSpPr>
          <p:grpSpPr>
            <a:xfrm>
              <a:off x="5684219" y="3079399"/>
              <a:ext cx="1567016" cy="695758"/>
              <a:chOff x="5994131" y="80290"/>
              <a:chExt cx="1567016" cy="695758"/>
            </a:xfrm>
          </p:grpSpPr>
          <p:grpSp>
            <p:nvGrpSpPr>
              <p:cNvPr id="567" name="Group 566">
                <a:extLst>
                  <a:ext uri="{FF2B5EF4-FFF2-40B4-BE49-F238E27FC236}">
                    <a16:creationId xmlns:a16="http://schemas.microsoft.com/office/drawing/2014/main" id="{D673FA4D-6787-4139-C7C9-55CC70D20D35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570" name="Rectangle 569">
                  <a:extLst>
                    <a:ext uri="{FF2B5EF4-FFF2-40B4-BE49-F238E27FC236}">
                      <a16:creationId xmlns:a16="http://schemas.microsoft.com/office/drawing/2014/main" id="{E0968B72-087C-3984-B6BC-4CE9E1511F2C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1" name="Rectangle 570">
                  <a:extLst>
                    <a:ext uri="{FF2B5EF4-FFF2-40B4-BE49-F238E27FC236}">
                      <a16:creationId xmlns:a16="http://schemas.microsoft.com/office/drawing/2014/main" id="{E779BFA7-58D6-49D4-72D0-B649CE309C35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2" name="Rectangle 571">
                  <a:extLst>
                    <a:ext uri="{FF2B5EF4-FFF2-40B4-BE49-F238E27FC236}">
                      <a16:creationId xmlns:a16="http://schemas.microsoft.com/office/drawing/2014/main" id="{19D03313-4E61-424C-D53C-CAC69667AD5C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3" name="Rectangle 572">
                  <a:extLst>
                    <a:ext uri="{FF2B5EF4-FFF2-40B4-BE49-F238E27FC236}">
                      <a16:creationId xmlns:a16="http://schemas.microsoft.com/office/drawing/2014/main" id="{27C31C6E-F568-9C7C-6583-986B451669C1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4" name="Rectangle 573">
                  <a:extLst>
                    <a:ext uri="{FF2B5EF4-FFF2-40B4-BE49-F238E27FC236}">
                      <a16:creationId xmlns:a16="http://schemas.microsoft.com/office/drawing/2014/main" id="{7EBC2C24-E3EF-B799-0FAC-76568ED59D9B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68" name="TextBox 567">
                <a:extLst>
                  <a:ext uri="{FF2B5EF4-FFF2-40B4-BE49-F238E27FC236}">
                    <a16:creationId xmlns:a16="http://schemas.microsoft.com/office/drawing/2014/main" id="{F71B44D7-04D3-687D-5899-20DCB6A9D8D2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6</a:t>
                </a:r>
              </a:p>
            </p:txBody>
          </p:sp>
          <p:sp>
            <p:nvSpPr>
              <p:cNvPr id="569" name="TextBox 568">
                <a:extLst>
                  <a:ext uri="{FF2B5EF4-FFF2-40B4-BE49-F238E27FC236}">
                    <a16:creationId xmlns:a16="http://schemas.microsoft.com/office/drawing/2014/main" id="{A204C264-9C15-9299-3455-EA700873F135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#f</a:t>
                </a:r>
              </a:p>
            </p:txBody>
          </p:sp>
        </p:grpSp>
        <p:pic>
          <p:nvPicPr>
            <p:cNvPr id="575" name="Picture 574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54D03179-E214-B41D-89F8-47847CE6B1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67933" t="54156" r="22805" b="8614"/>
            <a:stretch/>
          </p:blipFill>
          <p:spPr>
            <a:xfrm>
              <a:off x="5924382" y="3183210"/>
              <a:ext cx="540000" cy="516196"/>
            </a:xfrm>
            <a:prstGeom prst="rect">
              <a:avLst/>
            </a:prstGeom>
          </p:spPr>
        </p:pic>
      </p:grp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05AB26B1-6C74-706B-67C9-D5383408102B}"/>
              </a:ext>
            </a:extLst>
          </p:cNvPr>
          <p:cNvGrpSpPr/>
          <p:nvPr/>
        </p:nvGrpSpPr>
        <p:grpSpPr>
          <a:xfrm>
            <a:off x="8151110" y="4198915"/>
            <a:ext cx="1567016" cy="695758"/>
            <a:chOff x="5446831" y="3767355"/>
            <a:chExt cx="1567016" cy="695758"/>
          </a:xfrm>
        </p:grpSpPr>
        <p:grpSp>
          <p:nvGrpSpPr>
            <p:cNvPr id="578" name="Group 577">
              <a:extLst>
                <a:ext uri="{FF2B5EF4-FFF2-40B4-BE49-F238E27FC236}">
                  <a16:creationId xmlns:a16="http://schemas.microsoft.com/office/drawing/2014/main" id="{136C55F7-B5ED-E527-5664-8FCEE672FF82}"/>
                </a:ext>
              </a:extLst>
            </p:cNvPr>
            <p:cNvGrpSpPr/>
            <p:nvPr/>
          </p:nvGrpSpPr>
          <p:grpSpPr>
            <a:xfrm>
              <a:off x="5446831" y="3767355"/>
              <a:ext cx="1567016" cy="695758"/>
              <a:chOff x="5994131" y="80290"/>
              <a:chExt cx="1567016" cy="695758"/>
            </a:xfrm>
          </p:grpSpPr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BCCF9E1C-3431-5C60-9509-879DD49208A1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583" name="Rectangle 582">
                  <a:extLst>
                    <a:ext uri="{FF2B5EF4-FFF2-40B4-BE49-F238E27FC236}">
                      <a16:creationId xmlns:a16="http://schemas.microsoft.com/office/drawing/2014/main" id="{1C7DA987-EDDC-1F51-C7C0-2ABD8239DCA5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4" name="Rectangle 583">
                  <a:extLst>
                    <a:ext uri="{FF2B5EF4-FFF2-40B4-BE49-F238E27FC236}">
                      <a16:creationId xmlns:a16="http://schemas.microsoft.com/office/drawing/2014/main" id="{81058C3D-884B-CCBB-E6E2-731CE23165B0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5" name="Rectangle 584">
                  <a:extLst>
                    <a:ext uri="{FF2B5EF4-FFF2-40B4-BE49-F238E27FC236}">
                      <a16:creationId xmlns:a16="http://schemas.microsoft.com/office/drawing/2014/main" id="{8AC64764-4A69-8C13-44CC-D443680D074D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6" name="Rectangle 585">
                  <a:extLst>
                    <a:ext uri="{FF2B5EF4-FFF2-40B4-BE49-F238E27FC236}">
                      <a16:creationId xmlns:a16="http://schemas.microsoft.com/office/drawing/2014/main" id="{B998D35E-BB56-D3D8-D1D0-1EF164A15742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7" name="Rectangle 586">
                  <a:extLst>
                    <a:ext uri="{FF2B5EF4-FFF2-40B4-BE49-F238E27FC236}">
                      <a16:creationId xmlns:a16="http://schemas.microsoft.com/office/drawing/2014/main" id="{A9EAD895-0F0A-3079-019B-A965559E29FE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81" name="TextBox 580">
                <a:extLst>
                  <a:ext uri="{FF2B5EF4-FFF2-40B4-BE49-F238E27FC236}">
                    <a16:creationId xmlns:a16="http://schemas.microsoft.com/office/drawing/2014/main" id="{1893A604-C1FA-3286-2751-D2BF79649BF6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7</a:t>
                </a:r>
              </a:p>
            </p:txBody>
          </p:sp>
          <p:sp>
            <p:nvSpPr>
              <p:cNvPr id="582" name="TextBox 581">
                <a:extLst>
                  <a:ext uri="{FF2B5EF4-FFF2-40B4-BE49-F238E27FC236}">
                    <a16:creationId xmlns:a16="http://schemas.microsoft.com/office/drawing/2014/main" id="{28039AB7-4ACC-12E5-6FE5-4513A6773855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#g</a:t>
                </a:r>
              </a:p>
            </p:txBody>
          </p:sp>
        </p:grpSp>
        <p:pic>
          <p:nvPicPr>
            <p:cNvPr id="588" name="Picture 587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03A84E82-762A-4C53-1465-FEBBC6B521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78840" t="54156" r="11898" b="8614"/>
            <a:stretch/>
          </p:blipFill>
          <p:spPr>
            <a:xfrm>
              <a:off x="5688198" y="3854875"/>
              <a:ext cx="540000" cy="516196"/>
            </a:xfrm>
            <a:prstGeom prst="rect">
              <a:avLst/>
            </a:prstGeom>
          </p:spPr>
        </p:pic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5A8CA0C4-4685-9D23-89A8-5B07F4CF026F}"/>
              </a:ext>
            </a:extLst>
          </p:cNvPr>
          <p:cNvGrpSpPr/>
          <p:nvPr/>
        </p:nvGrpSpPr>
        <p:grpSpPr>
          <a:xfrm>
            <a:off x="8151110" y="4885320"/>
            <a:ext cx="1567016" cy="695758"/>
            <a:chOff x="5178418" y="4453060"/>
            <a:chExt cx="1567016" cy="695758"/>
          </a:xfrm>
        </p:grpSpPr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1527E58B-5E66-6ECA-7568-2E2DA73A180D}"/>
                </a:ext>
              </a:extLst>
            </p:cNvPr>
            <p:cNvGrpSpPr/>
            <p:nvPr/>
          </p:nvGrpSpPr>
          <p:grpSpPr>
            <a:xfrm>
              <a:off x="5178418" y="4453060"/>
              <a:ext cx="1567016" cy="695758"/>
              <a:chOff x="5994131" y="80290"/>
              <a:chExt cx="1567016" cy="695758"/>
            </a:xfrm>
          </p:grpSpPr>
          <p:grpSp>
            <p:nvGrpSpPr>
              <p:cNvPr id="593" name="Group 592">
                <a:extLst>
                  <a:ext uri="{FF2B5EF4-FFF2-40B4-BE49-F238E27FC236}">
                    <a16:creationId xmlns:a16="http://schemas.microsoft.com/office/drawing/2014/main" id="{BB429315-AEE8-989B-9757-533D762343A8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596" name="Rectangle 595">
                  <a:extLst>
                    <a:ext uri="{FF2B5EF4-FFF2-40B4-BE49-F238E27FC236}">
                      <a16:creationId xmlns:a16="http://schemas.microsoft.com/office/drawing/2014/main" id="{E9706158-7A61-D35B-2F11-2679760DF24A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7" name="Rectangle 596">
                  <a:extLst>
                    <a:ext uri="{FF2B5EF4-FFF2-40B4-BE49-F238E27FC236}">
                      <a16:creationId xmlns:a16="http://schemas.microsoft.com/office/drawing/2014/main" id="{E8364B27-F2E8-A83F-93B6-A3F4368EAC98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8" name="Rectangle 597">
                  <a:extLst>
                    <a:ext uri="{FF2B5EF4-FFF2-40B4-BE49-F238E27FC236}">
                      <a16:creationId xmlns:a16="http://schemas.microsoft.com/office/drawing/2014/main" id="{98B4C141-8556-3A93-1E0E-A5F96DBE522A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9" name="Rectangle 598">
                  <a:extLst>
                    <a:ext uri="{FF2B5EF4-FFF2-40B4-BE49-F238E27FC236}">
                      <a16:creationId xmlns:a16="http://schemas.microsoft.com/office/drawing/2014/main" id="{AED6D2AD-D801-8DC5-2E1B-E6D589E3FC5A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0" name="Rectangle 599">
                  <a:extLst>
                    <a:ext uri="{FF2B5EF4-FFF2-40B4-BE49-F238E27FC236}">
                      <a16:creationId xmlns:a16="http://schemas.microsoft.com/office/drawing/2014/main" id="{D1169112-4858-BA2C-7316-FE3EE8CC3DE0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94" name="TextBox 593">
                <a:extLst>
                  <a:ext uri="{FF2B5EF4-FFF2-40B4-BE49-F238E27FC236}">
                    <a16:creationId xmlns:a16="http://schemas.microsoft.com/office/drawing/2014/main" id="{732572A4-1482-61E2-4DFA-862CE34BB774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8</a:t>
                </a:r>
              </a:p>
            </p:txBody>
          </p:sp>
          <p:sp>
            <p:nvSpPr>
              <p:cNvPr id="595" name="TextBox 594">
                <a:extLst>
                  <a:ext uri="{FF2B5EF4-FFF2-40B4-BE49-F238E27FC236}">
                    <a16:creationId xmlns:a16="http://schemas.microsoft.com/office/drawing/2014/main" id="{25248654-0853-C6C4-3AA4-C12F3EB7C613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#h</a:t>
                </a:r>
              </a:p>
            </p:txBody>
          </p:sp>
        </p:grpSp>
        <p:pic>
          <p:nvPicPr>
            <p:cNvPr id="601" name="Picture 600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FEA7ED53-B041-E62D-D82F-32BEB2E228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89868" t="54156" r="870" b="8614"/>
            <a:stretch/>
          </p:blipFill>
          <p:spPr>
            <a:xfrm>
              <a:off x="5410005" y="4546470"/>
              <a:ext cx="540000" cy="516195"/>
            </a:xfrm>
            <a:prstGeom prst="rect">
              <a:avLst/>
            </a:prstGeom>
          </p:spPr>
        </p:pic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84E7B62F-1FA8-1291-1A3C-884F599DDA9A}"/>
              </a:ext>
            </a:extLst>
          </p:cNvPr>
          <p:cNvGrpSpPr/>
          <p:nvPr/>
        </p:nvGrpSpPr>
        <p:grpSpPr>
          <a:xfrm>
            <a:off x="8151110" y="5572507"/>
            <a:ext cx="1567016" cy="695758"/>
            <a:chOff x="5180418" y="5188046"/>
            <a:chExt cx="1567016" cy="695758"/>
          </a:xfrm>
        </p:grpSpPr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086D2C9B-4201-F1BA-8B5E-A5BCDC197037}"/>
                </a:ext>
              </a:extLst>
            </p:cNvPr>
            <p:cNvGrpSpPr/>
            <p:nvPr/>
          </p:nvGrpSpPr>
          <p:grpSpPr>
            <a:xfrm>
              <a:off x="5180418" y="5188046"/>
              <a:ext cx="1567016" cy="695758"/>
              <a:chOff x="5994131" y="80290"/>
              <a:chExt cx="1567016" cy="695758"/>
            </a:xfrm>
          </p:grpSpPr>
          <p:grpSp>
            <p:nvGrpSpPr>
              <p:cNvPr id="606" name="Group 605">
                <a:extLst>
                  <a:ext uri="{FF2B5EF4-FFF2-40B4-BE49-F238E27FC236}">
                    <a16:creationId xmlns:a16="http://schemas.microsoft.com/office/drawing/2014/main" id="{1A5E7288-E5B5-40A2-8B85-6C71B3E500E8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609" name="Rectangle 608">
                  <a:extLst>
                    <a:ext uri="{FF2B5EF4-FFF2-40B4-BE49-F238E27FC236}">
                      <a16:creationId xmlns:a16="http://schemas.microsoft.com/office/drawing/2014/main" id="{DE9C6A76-0757-B8E7-675E-E120D8471DC3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0" name="Rectangle 609">
                  <a:extLst>
                    <a:ext uri="{FF2B5EF4-FFF2-40B4-BE49-F238E27FC236}">
                      <a16:creationId xmlns:a16="http://schemas.microsoft.com/office/drawing/2014/main" id="{7C139A3E-1C6B-42CE-28A4-9EF2A751291C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1" name="Rectangle 610">
                  <a:extLst>
                    <a:ext uri="{FF2B5EF4-FFF2-40B4-BE49-F238E27FC236}">
                      <a16:creationId xmlns:a16="http://schemas.microsoft.com/office/drawing/2014/main" id="{ABA4E385-E6CE-D7FD-D385-5511FD8B7AE2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2" name="Rectangle 611">
                  <a:extLst>
                    <a:ext uri="{FF2B5EF4-FFF2-40B4-BE49-F238E27FC236}">
                      <a16:creationId xmlns:a16="http://schemas.microsoft.com/office/drawing/2014/main" id="{1AA77A98-6E34-5707-2E32-D56D47396B15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3" name="Rectangle 612">
                  <a:extLst>
                    <a:ext uri="{FF2B5EF4-FFF2-40B4-BE49-F238E27FC236}">
                      <a16:creationId xmlns:a16="http://schemas.microsoft.com/office/drawing/2014/main" id="{859762BA-1791-5D47-7B7D-F4ECDD1768AA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07" name="TextBox 606">
                <a:extLst>
                  <a:ext uri="{FF2B5EF4-FFF2-40B4-BE49-F238E27FC236}">
                    <a16:creationId xmlns:a16="http://schemas.microsoft.com/office/drawing/2014/main" id="{5240CDDA-81D4-972F-EE56-512990878D2A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9</a:t>
                </a:r>
              </a:p>
            </p:txBody>
          </p:sp>
          <p:sp>
            <p:nvSpPr>
              <p:cNvPr id="608" name="TextBox 607">
                <a:extLst>
                  <a:ext uri="{FF2B5EF4-FFF2-40B4-BE49-F238E27FC236}">
                    <a16:creationId xmlns:a16="http://schemas.microsoft.com/office/drawing/2014/main" id="{AF2A9215-4FA0-A57C-861C-B785FD394BFB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</a:t>
                </a:r>
                <a:r>
                  <a:rPr lang="en-US" sz="2400" dirty="0" err="1">
                    <a:latin typeface="Swell Braille" pitchFamily="49"/>
                  </a:rPr>
                  <a:t>i</a:t>
                </a:r>
                <a:endParaRPr lang="en-US" sz="2400" dirty="0">
                  <a:latin typeface="Swell Braille" pitchFamily="49"/>
                </a:endParaRPr>
              </a:p>
            </p:txBody>
          </p:sp>
        </p:grpSp>
        <p:pic>
          <p:nvPicPr>
            <p:cNvPr id="614" name="Picture 613">
              <a:extLst>
                <a:ext uri="{FF2B5EF4-FFF2-40B4-BE49-F238E27FC236}">
                  <a16:creationId xmlns:a16="http://schemas.microsoft.com/office/drawing/2014/main" id="{87B9163A-0241-BC4C-C061-2DF2939843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508" r="89712" b="22804"/>
            <a:stretch/>
          </p:blipFill>
          <p:spPr>
            <a:xfrm>
              <a:off x="5424116" y="5305234"/>
              <a:ext cx="540000" cy="483901"/>
            </a:xfrm>
            <a:prstGeom prst="rect">
              <a:avLst/>
            </a:prstGeom>
          </p:spPr>
        </p:pic>
      </p:grp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901BEB53-F778-7E96-28A4-9E72855A8956}"/>
              </a:ext>
            </a:extLst>
          </p:cNvPr>
          <p:cNvGrpSpPr/>
          <p:nvPr/>
        </p:nvGrpSpPr>
        <p:grpSpPr>
          <a:xfrm>
            <a:off x="170702" y="912418"/>
            <a:ext cx="2318604" cy="688200"/>
            <a:chOff x="316643" y="131848"/>
            <a:chExt cx="2318604" cy="688200"/>
          </a:xfrm>
        </p:grpSpPr>
        <p:grpSp>
          <p:nvGrpSpPr>
            <p:cNvPr id="617" name="Group 616">
              <a:extLst>
                <a:ext uri="{FF2B5EF4-FFF2-40B4-BE49-F238E27FC236}">
                  <a16:creationId xmlns:a16="http://schemas.microsoft.com/office/drawing/2014/main" id="{470CCE08-C434-54D1-230A-7A7FBD26C4A8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9C17294F-EA2A-992F-70C9-8FB8E461E3D1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Oval 622">
                <a:extLst>
                  <a:ext uri="{FF2B5EF4-FFF2-40B4-BE49-F238E27FC236}">
                    <a16:creationId xmlns:a16="http://schemas.microsoft.com/office/drawing/2014/main" id="{A48763B8-B519-2ABD-64FE-752A432B4EDA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7073E795-17D7-B26D-BA98-4F92D4CCED8D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BB0632A8-5F18-190F-F755-751001EBDCF0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07178EE5-EEE9-8288-5C36-402E8412D9EE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9" name="Picture 61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6285BB4D-005B-3844-C85F-0233346C5E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20" name="TextBox 619">
              <a:extLst>
                <a:ext uri="{FF2B5EF4-FFF2-40B4-BE49-F238E27FC236}">
                  <a16:creationId xmlns:a16="http://schemas.microsoft.com/office/drawing/2014/main" id="{76054229-593A-76F1-C00D-CD176C067C3B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21" name="TextBox 620">
              <a:extLst>
                <a:ext uri="{FF2B5EF4-FFF2-40B4-BE49-F238E27FC236}">
                  <a16:creationId xmlns:a16="http://schemas.microsoft.com/office/drawing/2014/main" id="{50FD4CE2-9F11-CF0B-665C-9F047C4BFA19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3261D5DA-A1FA-47C8-659E-962F28115287}"/>
              </a:ext>
            </a:extLst>
          </p:cNvPr>
          <p:cNvGrpSpPr/>
          <p:nvPr/>
        </p:nvGrpSpPr>
        <p:grpSpPr>
          <a:xfrm>
            <a:off x="170702" y="1624773"/>
            <a:ext cx="2318604" cy="688200"/>
            <a:chOff x="316643" y="131848"/>
            <a:chExt cx="2318604" cy="688200"/>
          </a:xfrm>
        </p:grpSpPr>
        <p:grpSp>
          <p:nvGrpSpPr>
            <p:cNvPr id="627" name="Group 626">
              <a:extLst>
                <a:ext uri="{FF2B5EF4-FFF2-40B4-BE49-F238E27FC236}">
                  <a16:creationId xmlns:a16="http://schemas.microsoft.com/office/drawing/2014/main" id="{A7670384-AC96-6DCC-1805-CA191A88E132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32" name="Rectangle 631">
                <a:extLst>
                  <a:ext uri="{FF2B5EF4-FFF2-40B4-BE49-F238E27FC236}">
                    <a16:creationId xmlns:a16="http://schemas.microsoft.com/office/drawing/2014/main" id="{842DE4BA-2A99-9AAF-4907-4B3218174698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Oval 632">
                <a:extLst>
                  <a:ext uri="{FF2B5EF4-FFF2-40B4-BE49-F238E27FC236}">
                    <a16:creationId xmlns:a16="http://schemas.microsoft.com/office/drawing/2014/main" id="{10397545-3C81-E6BD-A222-F1433AF63370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91EE04D6-C6D6-B3CA-BB4A-58E9DE8953EB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F21738D1-A9DF-DB68-AA84-7EEE8E99FBF7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0EE2D47A-9B1C-E2B8-5BC8-DE974B43F9A1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9" name="Picture 62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50B70D8A-3B39-2221-6B38-389ED9CEBF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30" name="TextBox 629">
              <a:extLst>
                <a:ext uri="{FF2B5EF4-FFF2-40B4-BE49-F238E27FC236}">
                  <a16:creationId xmlns:a16="http://schemas.microsoft.com/office/drawing/2014/main" id="{20A01ADA-CF84-2F48-F033-D0F0940CE0D2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31" name="TextBox 630">
              <a:extLst>
                <a:ext uri="{FF2B5EF4-FFF2-40B4-BE49-F238E27FC236}">
                  <a16:creationId xmlns:a16="http://schemas.microsoft.com/office/drawing/2014/main" id="{C9DD5C0E-0A4B-469F-68DE-54ED0C31C7D7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9957B11D-FBDE-B33C-8069-080B5151F8C9}"/>
              </a:ext>
            </a:extLst>
          </p:cNvPr>
          <p:cNvGrpSpPr/>
          <p:nvPr/>
        </p:nvGrpSpPr>
        <p:grpSpPr>
          <a:xfrm>
            <a:off x="170702" y="2337128"/>
            <a:ext cx="2318604" cy="688200"/>
            <a:chOff x="316643" y="131848"/>
            <a:chExt cx="2318604" cy="688200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4A9F45E5-5224-536C-FA08-5F85F2BB637E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EAE1BFCE-478B-7CDB-3259-F6415E2DFCB3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87435AF3-E194-EA57-858C-010735E4861F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F4242B71-F720-A6AF-3C90-583C4E67EE9B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4F549C80-1488-67B6-96B3-3B2760D1CF61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6F09FA83-163D-6EA4-6524-57E47E1917E7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9" name="Picture 63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C69FEE50-BAA8-2733-AD78-CE50F3437D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40" name="TextBox 639">
              <a:extLst>
                <a:ext uri="{FF2B5EF4-FFF2-40B4-BE49-F238E27FC236}">
                  <a16:creationId xmlns:a16="http://schemas.microsoft.com/office/drawing/2014/main" id="{65920519-4A5B-FAA8-C14B-19E4E81DA6D7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41" name="TextBox 640">
              <a:extLst>
                <a:ext uri="{FF2B5EF4-FFF2-40B4-BE49-F238E27FC236}">
                  <a16:creationId xmlns:a16="http://schemas.microsoft.com/office/drawing/2014/main" id="{F0065528-E08F-82CF-082E-199AC4E49AC5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05C42CD6-2CFA-F995-AA1B-29B2747F4810}"/>
              </a:ext>
            </a:extLst>
          </p:cNvPr>
          <p:cNvGrpSpPr/>
          <p:nvPr/>
        </p:nvGrpSpPr>
        <p:grpSpPr>
          <a:xfrm>
            <a:off x="170702" y="3049483"/>
            <a:ext cx="2318604" cy="688200"/>
            <a:chOff x="316643" y="131848"/>
            <a:chExt cx="2318604" cy="688200"/>
          </a:xfrm>
        </p:grpSpPr>
        <p:grpSp>
          <p:nvGrpSpPr>
            <p:cNvPr id="647" name="Group 646">
              <a:extLst>
                <a:ext uri="{FF2B5EF4-FFF2-40B4-BE49-F238E27FC236}">
                  <a16:creationId xmlns:a16="http://schemas.microsoft.com/office/drawing/2014/main" id="{A5493133-4DB4-57C3-1975-59026F345D45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5C5C0800-0392-2D69-31B2-693B5066C9AB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3" name="Oval 652">
                <a:extLst>
                  <a:ext uri="{FF2B5EF4-FFF2-40B4-BE49-F238E27FC236}">
                    <a16:creationId xmlns:a16="http://schemas.microsoft.com/office/drawing/2014/main" id="{73F5CDC5-85BE-E7A4-F74E-099A27AF518F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4" name="Rectangle 653">
                <a:extLst>
                  <a:ext uri="{FF2B5EF4-FFF2-40B4-BE49-F238E27FC236}">
                    <a16:creationId xmlns:a16="http://schemas.microsoft.com/office/drawing/2014/main" id="{B34FF1B5-D571-537C-0140-B447A92D7AE0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5" name="Rectangle 654">
                <a:extLst>
                  <a:ext uri="{FF2B5EF4-FFF2-40B4-BE49-F238E27FC236}">
                    <a16:creationId xmlns:a16="http://schemas.microsoft.com/office/drawing/2014/main" id="{33842833-BB44-2FED-08A2-DCAB990FA352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EDA80F39-80DE-87B0-E18E-1CB8EAC0BAFF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9" name="Picture 64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873944D9-C8C7-7A4A-727F-49BCF0F59C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08B598FE-AC55-BC68-8AD6-4395EF97DDF7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9FF8329C-BFD8-B009-FD16-A236B056A912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56" name="Group 655">
            <a:extLst>
              <a:ext uri="{FF2B5EF4-FFF2-40B4-BE49-F238E27FC236}">
                <a16:creationId xmlns:a16="http://schemas.microsoft.com/office/drawing/2014/main" id="{E28CDB2F-BB4D-14CB-88A7-3BB585484274}"/>
              </a:ext>
            </a:extLst>
          </p:cNvPr>
          <p:cNvGrpSpPr/>
          <p:nvPr/>
        </p:nvGrpSpPr>
        <p:grpSpPr>
          <a:xfrm>
            <a:off x="170702" y="3761838"/>
            <a:ext cx="2318604" cy="688200"/>
            <a:chOff x="316643" y="131848"/>
            <a:chExt cx="2318604" cy="688200"/>
          </a:xfrm>
        </p:grpSpPr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06AFF4B0-3515-0A51-481E-42733EC48F06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ACF3082C-1DBB-B52B-F922-219688DB2489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3" name="Oval 662">
                <a:extLst>
                  <a:ext uri="{FF2B5EF4-FFF2-40B4-BE49-F238E27FC236}">
                    <a16:creationId xmlns:a16="http://schemas.microsoft.com/office/drawing/2014/main" id="{08FCD098-43A1-6C83-F414-5354580B7C7D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1C9BAA14-C253-E952-3EB8-D19CCC43778E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5" name="Rectangle 664">
                <a:extLst>
                  <a:ext uri="{FF2B5EF4-FFF2-40B4-BE49-F238E27FC236}">
                    <a16:creationId xmlns:a16="http://schemas.microsoft.com/office/drawing/2014/main" id="{A5A64984-9CC6-A5CE-F54A-008F8A68FEDA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3EFB524E-A146-BD5C-7F38-FC199AA65E06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59" name="Picture 65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7C7B7FC9-EBD0-BD44-605B-01D962844A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60" name="TextBox 659">
              <a:extLst>
                <a:ext uri="{FF2B5EF4-FFF2-40B4-BE49-F238E27FC236}">
                  <a16:creationId xmlns:a16="http://schemas.microsoft.com/office/drawing/2014/main" id="{31E5837F-62B3-E3F7-8DA8-DA3159D4FA54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61" name="TextBox 660">
              <a:extLst>
                <a:ext uri="{FF2B5EF4-FFF2-40B4-BE49-F238E27FC236}">
                  <a16:creationId xmlns:a16="http://schemas.microsoft.com/office/drawing/2014/main" id="{F9588802-653C-DAFE-54B6-3A8A738FC26E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66" name="Group 665">
            <a:extLst>
              <a:ext uri="{FF2B5EF4-FFF2-40B4-BE49-F238E27FC236}">
                <a16:creationId xmlns:a16="http://schemas.microsoft.com/office/drawing/2014/main" id="{BE3C9334-2F42-2645-8A12-4FBEC5B8FB17}"/>
              </a:ext>
            </a:extLst>
          </p:cNvPr>
          <p:cNvGrpSpPr/>
          <p:nvPr/>
        </p:nvGrpSpPr>
        <p:grpSpPr>
          <a:xfrm>
            <a:off x="170702" y="4474193"/>
            <a:ext cx="2318604" cy="688200"/>
            <a:chOff x="316643" y="131848"/>
            <a:chExt cx="2318604" cy="688200"/>
          </a:xfrm>
        </p:grpSpPr>
        <p:grpSp>
          <p:nvGrpSpPr>
            <p:cNvPr id="667" name="Group 666">
              <a:extLst>
                <a:ext uri="{FF2B5EF4-FFF2-40B4-BE49-F238E27FC236}">
                  <a16:creationId xmlns:a16="http://schemas.microsoft.com/office/drawing/2014/main" id="{8DADDAC9-6B7C-9F59-179A-AD7CAEF35C4B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3E1C4551-C814-0F52-29A1-2342634A9FCA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3" name="Oval 672">
                <a:extLst>
                  <a:ext uri="{FF2B5EF4-FFF2-40B4-BE49-F238E27FC236}">
                    <a16:creationId xmlns:a16="http://schemas.microsoft.com/office/drawing/2014/main" id="{2985C04D-9278-7E5D-6B98-78B558601F1A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2ECF4FEF-273A-2E4D-504F-B26FA2A7E25A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16403E36-8294-9821-7A36-BD11511C6E95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8" name="Rectangle 667">
              <a:extLst>
                <a:ext uri="{FF2B5EF4-FFF2-40B4-BE49-F238E27FC236}">
                  <a16:creationId xmlns:a16="http://schemas.microsoft.com/office/drawing/2014/main" id="{6D5E9D6E-45E0-FD8B-AD1C-FA3AA8D48EB4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9" name="Picture 66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4A6E0D0B-A1EA-C7EE-3431-027053EF51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70" name="TextBox 669">
              <a:extLst>
                <a:ext uri="{FF2B5EF4-FFF2-40B4-BE49-F238E27FC236}">
                  <a16:creationId xmlns:a16="http://schemas.microsoft.com/office/drawing/2014/main" id="{EDAF670B-F237-6517-D004-3B5C16463986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71" name="TextBox 670">
              <a:extLst>
                <a:ext uri="{FF2B5EF4-FFF2-40B4-BE49-F238E27FC236}">
                  <a16:creationId xmlns:a16="http://schemas.microsoft.com/office/drawing/2014/main" id="{FA01CEF4-070D-82B0-C51C-DA5445D1FA9E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76" name="Group 675">
            <a:extLst>
              <a:ext uri="{FF2B5EF4-FFF2-40B4-BE49-F238E27FC236}">
                <a16:creationId xmlns:a16="http://schemas.microsoft.com/office/drawing/2014/main" id="{8E854C5B-011C-4DAD-DA01-9DF5F639DE19}"/>
              </a:ext>
            </a:extLst>
          </p:cNvPr>
          <p:cNvGrpSpPr/>
          <p:nvPr/>
        </p:nvGrpSpPr>
        <p:grpSpPr>
          <a:xfrm>
            <a:off x="170702" y="5186548"/>
            <a:ext cx="2318604" cy="688200"/>
            <a:chOff x="316643" y="131848"/>
            <a:chExt cx="2318604" cy="688200"/>
          </a:xfrm>
        </p:grpSpPr>
        <p:grpSp>
          <p:nvGrpSpPr>
            <p:cNvPr id="677" name="Group 676">
              <a:extLst>
                <a:ext uri="{FF2B5EF4-FFF2-40B4-BE49-F238E27FC236}">
                  <a16:creationId xmlns:a16="http://schemas.microsoft.com/office/drawing/2014/main" id="{F9CECE99-4786-5F72-9B70-D918D06D7458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82" name="Rectangle 681">
                <a:extLst>
                  <a:ext uri="{FF2B5EF4-FFF2-40B4-BE49-F238E27FC236}">
                    <a16:creationId xmlns:a16="http://schemas.microsoft.com/office/drawing/2014/main" id="{0BE3564B-803D-7E49-1476-7131D10BF9F7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3" name="Oval 682">
                <a:extLst>
                  <a:ext uri="{FF2B5EF4-FFF2-40B4-BE49-F238E27FC236}">
                    <a16:creationId xmlns:a16="http://schemas.microsoft.com/office/drawing/2014/main" id="{11E4DB9F-04CB-24D0-E4A6-2A38DED0BC16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4" name="Rectangle 683">
                <a:extLst>
                  <a:ext uri="{FF2B5EF4-FFF2-40B4-BE49-F238E27FC236}">
                    <a16:creationId xmlns:a16="http://schemas.microsoft.com/office/drawing/2014/main" id="{9D1C440F-B185-4148-F1BC-DEA06F60785D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5" name="Rectangle 684">
                <a:extLst>
                  <a:ext uri="{FF2B5EF4-FFF2-40B4-BE49-F238E27FC236}">
                    <a16:creationId xmlns:a16="http://schemas.microsoft.com/office/drawing/2014/main" id="{E84EBCDE-723B-664B-170F-83526CC6C7B8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E83CE310-C2EB-A72C-399D-E248DFFE2AA1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9" name="Picture 67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91FBA486-C864-D478-28C7-24886E9EB0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80" name="TextBox 679">
              <a:extLst>
                <a:ext uri="{FF2B5EF4-FFF2-40B4-BE49-F238E27FC236}">
                  <a16:creationId xmlns:a16="http://schemas.microsoft.com/office/drawing/2014/main" id="{F140821D-21B7-9235-598A-8776BAE013F2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81" name="TextBox 680">
              <a:extLst>
                <a:ext uri="{FF2B5EF4-FFF2-40B4-BE49-F238E27FC236}">
                  <a16:creationId xmlns:a16="http://schemas.microsoft.com/office/drawing/2014/main" id="{EF99F09C-4AB4-0A09-59DC-2F2D4D8F3CD6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86" name="Group 685">
            <a:extLst>
              <a:ext uri="{FF2B5EF4-FFF2-40B4-BE49-F238E27FC236}">
                <a16:creationId xmlns:a16="http://schemas.microsoft.com/office/drawing/2014/main" id="{CA91255F-F883-5B1E-0BC0-93C2CBE47D02}"/>
              </a:ext>
            </a:extLst>
          </p:cNvPr>
          <p:cNvGrpSpPr/>
          <p:nvPr/>
        </p:nvGrpSpPr>
        <p:grpSpPr>
          <a:xfrm>
            <a:off x="170702" y="5898904"/>
            <a:ext cx="2318604" cy="688200"/>
            <a:chOff x="316643" y="131848"/>
            <a:chExt cx="2318604" cy="688200"/>
          </a:xfrm>
        </p:grpSpPr>
        <p:grpSp>
          <p:nvGrpSpPr>
            <p:cNvPr id="687" name="Group 686">
              <a:extLst>
                <a:ext uri="{FF2B5EF4-FFF2-40B4-BE49-F238E27FC236}">
                  <a16:creationId xmlns:a16="http://schemas.microsoft.com/office/drawing/2014/main" id="{809B94D4-532A-A2A4-C40A-5B95EA25F3F8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92" name="Rectangle 691">
                <a:extLst>
                  <a:ext uri="{FF2B5EF4-FFF2-40B4-BE49-F238E27FC236}">
                    <a16:creationId xmlns:a16="http://schemas.microsoft.com/office/drawing/2014/main" id="{C3ABF393-5BE6-C37A-29BC-3404881A0A5B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3" name="Oval 692">
                <a:extLst>
                  <a:ext uri="{FF2B5EF4-FFF2-40B4-BE49-F238E27FC236}">
                    <a16:creationId xmlns:a16="http://schemas.microsoft.com/office/drawing/2014/main" id="{DF9436C9-271F-01A9-A0DE-264F86D000B1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9DAFF3C2-05C8-3D3E-4073-07F72AD7946C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5" name="Rectangle 694">
                <a:extLst>
                  <a:ext uri="{FF2B5EF4-FFF2-40B4-BE49-F238E27FC236}">
                    <a16:creationId xmlns:a16="http://schemas.microsoft.com/office/drawing/2014/main" id="{88FF9546-CBD4-604E-4201-B7000C8DCF2E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C872F935-D7EC-64E9-BE9E-535A40E03080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89" name="Picture 68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E632CFC3-F79F-BC6F-76B8-949BBECACD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90" name="TextBox 689">
              <a:extLst>
                <a:ext uri="{FF2B5EF4-FFF2-40B4-BE49-F238E27FC236}">
                  <a16:creationId xmlns:a16="http://schemas.microsoft.com/office/drawing/2014/main" id="{FF91F055-C91B-8341-C66E-924B5003BFBE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91" name="TextBox 690">
              <a:extLst>
                <a:ext uri="{FF2B5EF4-FFF2-40B4-BE49-F238E27FC236}">
                  <a16:creationId xmlns:a16="http://schemas.microsoft.com/office/drawing/2014/main" id="{4D2532FA-5370-7D70-B509-FB3B8E2A0693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727" name="Group 726">
            <a:extLst>
              <a:ext uri="{FF2B5EF4-FFF2-40B4-BE49-F238E27FC236}">
                <a16:creationId xmlns:a16="http://schemas.microsoft.com/office/drawing/2014/main" id="{F7173CBB-A6D0-7F9A-BFA7-46D397FA1DAA}"/>
              </a:ext>
            </a:extLst>
          </p:cNvPr>
          <p:cNvGrpSpPr/>
          <p:nvPr/>
        </p:nvGrpSpPr>
        <p:grpSpPr>
          <a:xfrm>
            <a:off x="6549784" y="78719"/>
            <a:ext cx="1567016" cy="695758"/>
            <a:chOff x="5994131" y="80290"/>
            <a:chExt cx="1567016" cy="695758"/>
          </a:xfrm>
        </p:grpSpPr>
        <p:grpSp>
          <p:nvGrpSpPr>
            <p:cNvPr id="728" name="Group 727">
              <a:extLst>
                <a:ext uri="{FF2B5EF4-FFF2-40B4-BE49-F238E27FC236}">
                  <a16:creationId xmlns:a16="http://schemas.microsoft.com/office/drawing/2014/main" id="{FFAA282F-30EA-5743-6272-C89B4CE9CBEE}"/>
                </a:ext>
              </a:extLst>
            </p:cNvPr>
            <p:cNvGrpSpPr/>
            <p:nvPr/>
          </p:nvGrpSpPr>
          <p:grpSpPr>
            <a:xfrm>
              <a:off x="5994131" y="114781"/>
              <a:ext cx="1567016" cy="632089"/>
              <a:chOff x="5109672" y="94061"/>
              <a:chExt cx="1567016" cy="632089"/>
            </a:xfrm>
          </p:grpSpPr>
          <p:sp>
            <p:nvSpPr>
              <p:cNvPr id="732" name="Rectangle 731">
                <a:extLst>
                  <a:ext uri="{FF2B5EF4-FFF2-40B4-BE49-F238E27FC236}">
                    <a16:creationId xmlns:a16="http://schemas.microsoft.com/office/drawing/2014/main" id="{F6798829-A5AF-3C8F-A3AC-E1FF58881647}"/>
                  </a:ext>
                </a:extLst>
              </p:cNvPr>
              <p:cNvSpPr/>
              <p:nvPr/>
            </p:nvSpPr>
            <p:spPr>
              <a:xfrm>
                <a:off x="5278477" y="94061"/>
                <a:ext cx="1390194" cy="632089"/>
              </a:xfrm>
              <a:prstGeom prst="rect">
                <a:avLst/>
              </a:prstGeom>
              <a:solidFill>
                <a:srgbClr val="FF0093"/>
              </a:solidFill>
              <a:ln>
                <a:solidFill>
                  <a:srgbClr val="FF00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C60F97B2-0898-6B76-0588-8E64B68EFE82}"/>
                  </a:ext>
                </a:extLst>
              </p:cNvPr>
              <p:cNvSpPr/>
              <p:nvPr/>
            </p:nvSpPr>
            <p:spPr>
              <a:xfrm>
                <a:off x="5109672" y="257105"/>
                <a:ext cx="168805" cy="302400"/>
              </a:xfrm>
              <a:prstGeom prst="rect">
                <a:avLst/>
              </a:prstGeom>
              <a:solidFill>
                <a:srgbClr val="FF0093"/>
              </a:solidFill>
              <a:ln>
                <a:solidFill>
                  <a:srgbClr val="FF00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4" name="Rectangle 733">
                <a:extLst>
                  <a:ext uri="{FF2B5EF4-FFF2-40B4-BE49-F238E27FC236}">
                    <a16:creationId xmlns:a16="http://schemas.microsoft.com/office/drawing/2014/main" id="{8E518A76-B7F3-96DD-034B-5A10CFA7AFBA}"/>
                  </a:ext>
                </a:extLst>
              </p:cNvPr>
              <p:cNvSpPr/>
              <p:nvPr/>
            </p:nvSpPr>
            <p:spPr>
              <a:xfrm>
                <a:off x="5337929" y="122105"/>
                <a:ext cx="57600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3824737E-5B4E-2B9D-68D3-D975F85170C5}"/>
                  </a:ext>
                </a:extLst>
              </p:cNvPr>
              <p:cNvSpPr/>
              <p:nvPr/>
            </p:nvSpPr>
            <p:spPr>
              <a:xfrm>
                <a:off x="5958051" y="122105"/>
                <a:ext cx="481249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6" name="Rectangle 735">
                <a:extLst>
                  <a:ext uri="{FF2B5EF4-FFF2-40B4-BE49-F238E27FC236}">
                    <a16:creationId xmlns:a16="http://schemas.microsoft.com/office/drawing/2014/main" id="{6A10A352-D14C-8F4A-E977-1DE7F906078F}"/>
                  </a:ext>
                </a:extLst>
              </p:cNvPr>
              <p:cNvSpPr/>
              <p:nvPr/>
            </p:nvSpPr>
            <p:spPr>
              <a:xfrm>
                <a:off x="6507883" y="241402"/>
                <a:ext cx="168805" cy="319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29" name="TextBox 728">
              <a:extLst>
                <a:ext uri="{FF2B5EF4-FFF2-40B4-BE49-F238E27FC236}">
                  <a16:creationId xmlns:a16="http://schemas.microsoft.com/office/drawing/2014/main" id="{F8463A21-2ACF-A7F1-E182-F3753EABEB82}"/>
                </a:ext>
              </a:extLst>
            </p:cNvPr>
            <p:cNvSpPr txBox="1"/>
            <p:nvPr/>
          </p:nvSpPr>
          <p:spPr>
            <a:xfrm>
              <a:off x="6887815" y="80290"/>
              <a:ext cx="384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pic>
          <p:nvPicPr>
            <p:cNvPr id="730" name="Picture 729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FC0C7A6C-9EDB-CAF9-5844-3DB9664B40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2921" t="54156" r="78036" b="8614"/>
            <a:stretch/>
          </p:blipFill>
          <p:spPr>
            <a:xfrm>
              <a:off x="6223452" y="161027"/>
              <a:ext cx="551555" cy="540000"/>
            </a:xfrm>
            <a:prstGeom prst="rect">
              <a:avLst/>
            </a:prstGeom>
          </p:spPr>
        </p:pic>
        <p:sp>
          <p:nvSpPr>
            <p:cNvPr id="731" name="TextBox 730">
              <a:extLst>
                <a:ext uri="{FF2B5EF4-FFF2-40B4-BE49-F238E27FC236}">
                  <a16:creationId xmlns:a16="http://schemas.microsoft.com/office/drawing/2014/main" id="{DAC6544C-E847-65EE-CE26-DB3C32328B30}"/>
                </a:ext>
              </a:extLst>
            </p:cNvPr>
            <p:cNvSpPr txBox="1"/>
            <p:nvPr/>
          </p:nvSpPr>
          <p:spPr>
            <a:xfrm>
              <a:off x="6789100" y="314383"/>
              <a:ext cx="643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#a</a:t>
              </a:r>
            </a:p>
          </p:txBody>
        </p:sp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CB5DEC53-7EED-E778-391F-112BD5912447}"/>
              </a:ext>
            </a:extLst>
          </p:cNvPr>
          <p:cNvGrpSpPr/>
          <p:nvPr/>
        </p:nvGrpSpPr>
        <p:grpSpPr>
          <a:xfrm>
            <a:off x="6549784" y="765500"/>
            <a:ext cx="1567016" cy="695758"/>
            <a:chOff x="4127777" y="945827"/>
            <a:chExt cx="1567016" cy="695758"/>
          </a:xfrm>
        </p:grpSpPr>
        <p:grpSp>
          <p:nvGrpSpPr>
            <p:cNvPr id="738" name="Group 737">
              <a:extLst>
                <a:ext uri="{FF2B5EF4-FFF2-40B4-BE49-F238E27FC236}">
                  <a16:creationId xmlns:a16="http://schemas.microsoft.com/office/drawing/2014/main" id="{4554B163-4A19-5AA6-9204-66AB6D8DD298}"/>
                </a:ext>
              </a:extLst>
            </p:cNvPr>
            <p:cNvGrpSpPr/>
            <p:nvPr/>
          </p:nvGrpSpPr>
          <p:grpSpPr>
            <a:xfrm>
              <a:off x="4127777" y="945827"/>
              <a:ext cx="1567016" cy="695758"/>
              <a:chOff x="5994131" y="80290"/>
              <a:chExt cx="1567016" cy="695758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A321D5CA-E8A2-7346-E657-6F96A05B800E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43" name="Rectangle 742">
                  <a:extLst>
                    <a:ext uri="{FF2B5EF4-FFF2-40B4-BE49-F238E27FC236}">
                      <a16:creationId xmlns:a16="http://schemas.microsoft.com/office/drawing/2014/main" id="{54871D54-C793-EA88-1716-6CFBCE68E28E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4" name="Rectangle 743">
                  <a:extLst>
                    <a:ext uri="{FF2B5EF4-FFF2-40B4-BE49-F238E27FC236}">
                      <a16:creationId xmlns:a16="http://schemas.microsoft.com/office/drawing/2014/main" id="{0A714B6F-EF49-2FAC-A0E2-34FAAF788155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5" name="Rectangle 744">
                  <a:extLst>
                    <a:ext uri="{FF2B5EF4-FFF2-40B4-BE49-F238E27FC236}">
                      <a16:creationId xmlns:a16="http://schemas.microsoft.com/office/drawing/2014/main" id="{851BDE95-45E8-2CBC-6EDD-0592612BD0E5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6" name="Rectangle 745">
                  <a:extLst>
                    <a:ext uri="{FF2B5EF4-FFF2-40B4-BE49-F238E27FC236}">
                      <a16:creationId xmlns:a16="http://schemas.microsoft.com/office/drawing/2014/main" id="{69E9F2BB-A534-F7CF-4145-05BC277EBFA1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7" name="Rectangle 746">
                  <a:extLst>
                    <a:ext uri="{FF2B5EF4-FFF2-40B4-BE49-F238E27FC236}">
                      <a16:creationId xmlns:a16="http://schemas.microsoft.com/office/drawing/2014/main" id="{40D3817B-0DD1-E889-035B-888D21F29FE1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41" name="TextBox 740">
                <a:extLst>
                  <a:ext uri="{FF2B5EF4-FFF2-40B4-BE49-F238E27FC236}">
                    <a16:creationId xmlns:a16="http://schemas.microsoft.com/office/drawing/2014/main" id="{0B177D40-BE9C-D172-8463-83801D2E3B28}"/>
                  </a:ext>
                </a:extLst>
              </p:cNvPr>
              <p:cNvSpPr txBox="1"/>
              <p:nvPr/>
            </p:nvSpPr>
            <p:spPr>
              <a:xfrm>
                <a:off x="6892158" y="80290"/>
                <a:ext cx="3845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2</a:t>
                </a:r>
              </a:p>
            </p:txBody>
          </p:sp>
          <p:sp>
            <p:nvSpPr>
              <p:cNvPr id="742" name="TextBox 741">
                <a:extLst>
                  <a:ext uri="{FF2B5EF4-FFF2-40B4-BE49-F238E27FC236}">
                    <a16:creationId xmlns:a16="http://schemas.microsoft.com/office/drawing/2014/main" id="{B6A27A41-DE7B-F9C7-DD50-6C9F2161F4AF}"/>
                  </a:ext>
                </a:extLst>
              </p:cNvPr>
              <p:cNvSpPr txBox="1"/>
              <p:nvPr/>
            </p:nvSpPr>
            <p:spPr>
              <a:xfrm>
                <a:off x="678910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#b</a:t>
                </a:r>
              </a:p>
            </p:txBody>
          </p:sp>
        </p:grpSp>
        <p:pic>
          <p:nvPicPr>
            <p:cNvPr id="739" name="Picture 73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E39E284B-7D2A-4A15-6A9B-2ECD2A2DC8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24067" t="54156" r="66890" b="8614"/>
            <a:stretch/>
          </p:blipFill>
          <p:spPr>
            <a:xfrm>
              <a:off x="4363249" y="1036455"/>
              <a:ext cx="551555" cy="540000"/>
            </a:xfrm>
            <a:prstGeom prst="rect">
              <a:avLst/>
            </a:prstGeom>
          </p:spPr>
        </p:pic>
      </p:grpSp>
      <p:grpSp>
        <p:nvGrpSpPr>
          <p:cNvPr id="748" name="Group 747">
            <a:extLst>
              <a:ext uri="{FF2B5EF4-FFF2-40B4-BE49-F238E27FC236}">
                <a16:creationId xmlns:a16="http://schemas.microsoft.com/office/drawing/2014/main" id="{7AAD7A50-EAD3-925C-5B87-EDF3C93C792E}"/>
              </a:ext>
            </a:extLst>
          </p:cNvPr>
          <p:cNvGrpSpPr/>
          <p:nvPr/>
        </p:nvGrpSpPr>
        <p:grpSpPr>
          <a:xfrm>
            <a:off x="6549784" y="1452281"/>
            <a:ext cx="1567016" cy="695758"/>
            <a:chOff x="3725622" y="973737"/>
            <a:chExt cx="1567016" cy="695758"/>
          </a:xfrm>
        </p:grpSpPr>
        <p:grpSp>
          <p:nvGrpSpPr>
            <p:cNvPr id="749" name="Group 748">
              <a:extLst>
                <a:ext uri="{FF2B5EF4-FFF2-40B4-BE49-F238E27FC236}">
                  <a16:creationId xmlns:a16="http://schemas.microsoft.com/office/drawing/2014/main" id="{D109258B-7DBD-B582-8ABB-A6A65F0653A1}"/>
                </a:ext>
              </a:extLst>
            </p:cNvPr>
            <p:cNvGrpSpPr/>
            <p:nvPr/>
          </p:nvGrpSpPr>
          <p:grpSpPr>
            <a:xfrm>
              <a:off x="3725622" y="973737"/>
              <a:ext cx="1567016" cy="695758"/>
              <a:chOff x="5994131" y="80290"/>
              <a:chExt cx="1567016" cy="695758"/>
            </a:xfrm>
          </p:grpSpPr>
          <p:grpSp>
            <p:nvGrpSpPr>
              <p:cNvPr id="751" name="Group 750">
                <a:extLst>
                  <a:ext uri="{FF2B5EF4-FFF2-40B4-BE49-F238E27FC236}">
                    <a16:creationId xmlns:a16="http://schemas.microsoft.com/office/drawing/2014/main" id="{C38CD37B-B5E3-2AB2-DBD8-DC162B022A07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C70E40B4-191B-FA67-145D-4AE7C6F1EA64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5" name="Rectangle 754">
                  <a:extLst>
                    <a:ext uri="{FF2B5EF4-FFF2-40B4-BE49-F238E27FC236}">
                      <a16:creationId xmlns:a16="http://schemas.microsoft.com/office/drawing/2014/main" id="{FB0F7B7D-2CF9-B4A2-3CE1-DDB426BC7B83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6" name="Rectangle 755">
                  <a:extLst>
                    <a:ext uri="{FF2B5EF4-FFF2-40B4-BE49-F238E27FC236}">
                      <a16:creationId xmlns:a16="http://schemas.microsoft.com/office/drawing/2014/main" id="{81A8936B-2616-3B2E-EA66-0ACC1A64404F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7" name="Rectangle 756">
                  <a:extLst>
                    <a:ext uri="{FF2B5EF4-FFF2-40B4-BE49-F238E27FC236}">
                      <a16:creationId xmlns:a16="http://schemas.microsoft.com/office/drawing/2014/main" id="{E04A2868-61F6-2E9D-7755-16D342627292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8" name="Rectangle 757">
                  <a:extLst>
                    <a:ext uri="{FF2B5EF4-FFF2-40B4-BE49-F238E27FC236}">
                      <a16:creationId xmlns:a16="http://schemas.microsoft.com/office/drawing/2014/main" id="{758D006D-5A15-EE55-C413-68962F1C1F1A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2" name="TextBox 751">
                <a:extLst>
                  <a:ext uri="{FF2B5EF4-FFF2-40B4-BE49-F238E27FC236}">
                    <a16:creationId xmlns:a16="http://schemas.microsoft.com/office/drawing/2014/main" id="{1182C367-2A49-69A8-CF8C-F5D00C830302}"/>
                  </a:ext>
                </a:extLst>
              </p:cNvPr>
              <p:cNvSpPr txBox="1"/>
              <p:nvPr/>
            </p:nvSpPr>
            <p:spPr>
              <a:xfrm>
                <a:off x="6862081" y="80290"/>
                <a:ext cx="4425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3</a:t>
                </a:r>
              </a:p>
            </p:txBody>
          </p:sp>
          <p:sp>
            <p:nvSpPr>
              <p:cNvPr id="753" name="TextBox 752">
                <a:extLst>
                  <a:ext uri="{FF2B5EF4-FFF2-40B4-BE49-F238E27FC236}">
                    <a16:creationId xmlns:a16="http://schemas.microsoft.com/office/drawing/2014/main" id="{417F11A6-16F2-3E5B-5512-A573C4124134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#c</a:t>
                </a:r>
              </a:p>
            </p:txBody>
          </p:sp>
        </p:grpSp>
        <p:pic>
          <p:nvPicPr>
            <p:cNvPr id="750" name="Picture 749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35503FA0-DE80-EA52-5DA2-EDB1594189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34870" t="54156" r="55637" b="8614"/>
            <a:stretch/>
          </p:blipFill>
          <p:spPr>
            <a:xfrm>
              <a:off x="3965418" y="1068541"/>
              <a:ext cx="540000" cy="503627"/>
            </a:xfrm>
            <a:prstGeom prst="rect">
              <a:avLst/>
            </a:prstGeom>
          </p:spPr>
        </p:pic>
      </p:grp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588D5F21-947C-A778-0B16-0F865EADA3DB}"/>
              </a:ext>
            </a:extLst>
          </p:cNvPr>
          <p:cNvGrpSpPr/>
          <p:nvPr/>
        </p:nvGrpSpPr>
        <p:grpSpPr>
          <a:xfrm>
            <a:off x="6549784" y="2139062"/>
            <a:ext cx="1567016" cy="695758"/>
            <a:chOff x="5794388" y="1542034"/>
            <a:chExt cx="1567016" cy="695758"/>
          </a:xfrm>
        </p:grpSpPr>
        <p:grpSp>
          <p:nvGrpSpPr>
            <p:cNvPr id="760" name="Group 759">
              <a:extLst>
                <a:ext uri="{FF2B5EF4-FFF2-40B4-BE49-F238E27FC236}">
                  <a16:creationId xmlns:a16="http://schemas.microsoft.com/office/drawing/2014/main" id="{E86E3E2E-7295-6B2A-2C4E-A098C85818E1}"/>
                </a:ext>
              </a:extLst>
            </p:cNvPr>
            <p:cNvGrpSpPr/>
            <p:nvPr/>
          </p:nvGrpSpPr>
          <p:grpSpPr>
            <a:xfrm>
              <a:off x="5794388" y="1542034"/>
              <a:ext cx="1567016" cy="695758"/>
              <a:chOff x="5994131" y="80290"/>
              <a:chExt cx="1567016" cy="695758"/>
            </a:xfrm>
          </p:grpSpPr>
          <p:grpSp>
            <p:nvGrpSpPr>
              <p:cNvPr id="762" name="Group 761">
                <a:extLst>
                  <a:ext uri="{FF2B5EF4-FFF2-40B4-BE49-F238E27FC236}">
                    <a16:creationId xmlns:a16="http://schemas.microsoft.com/office/drawing/2014/main" id="{9816307D-2140-38E4-8BD8-29EE758A25CC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65" name="Rectangle 764">
                  <a:extLst>
                    <a:ext uri="{FF2B5EF4-FFF2-40B4-BE49-F238E27FC236}">
                      <a16:creationId xmlns:a16="http://schemas.microsoft.com/office/drawing/2014/main" id="{27DD7CA3-A5B8-3C82-0451-2385B4CFFE8A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6" name="Rectangle 765">
                  <a:extLst>
                    <a:ext uri="{FF2B5EF4-FFF2-40B4-BE49-F238E27FC236}">
                      <a16:creationId xmlns:a16="http://schemas.microsoft.com/office/drawing/2014/main" id="{E824C5B6-7424-2A1B-0259-287F90BDE0A6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7" name="Rectangle 766">
                  <a:extLst>
                    <a:ext uri="{FF2B5EF4-FFF2-40B4-BE49-F238E27FC236}">
                      <a16:creationId xmlns:a16="http://schemas.microsoft.com/office/drawing/2014/main" id="{04BACC8A-5948-0ADB-457D-CC3ACFC38F8B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859B95A3-763D-8AF5-D288-D3E26963FAE0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9" name="Rectangle 768">
                  <a:extLst>
                    <a:ext uri="{FF2B5EF4-FFF2-40B4-BE49-F238E27FC236}">
                      <a16:creationId xmlns:a16="http://schemas.microsoft.com/office/drawing/2014/main" id="{EB8C1E6B-2D96-EAF7-0B07-5826C061C4D5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63" name="TextBox 762">
                <a:extLst>
                  <a:ext uri="{FF2B5EF4-FFF2-40B4-BE49-F238E27FC236}">
                    <a16:creationId xmlns:a16="http://schemas.microsoft.com/office/drawing/2014/main" id="{E5DB7ACB-0267-DFF8-0EA9-B02553881AB3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4</a:t>
                </a:r>
              </a:p>
            </p:txBody>
          </p:sp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ECBC0D6E-7A8B-E054-EC00-86E3BC58D102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#d</a:t>
                </a:r>
              </a:p>
            </p:txBody>
          </p:sp>
        </p:grpSp>
        <p:pic>
          <p:nvPicPr>
            <p:cNvPr id="761" name="Picture 760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CC976A2E-09A9-23EF-1BE8-837D45EFF5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45766" t="54156" r="44972" b="8614"/>
            <a:stretch/>
          </p:blipFill>
          <p:spPr>
            <a:xfrm>
              <a:off x="6026383" y="1633829"/>
              <a:ext cx="540000" cy="516195"/>
            </a:xfrm>
            <a:prstGeom prst="rect">
              <a:avLst/>
            </a:prstGeom>
          </p:spPr>
        </p:pic>
      </p:grpSp>
      <p:grpSp>
        <p:nvGrpSpPr>
          <p:cNvPr id="770" name="Group 769">
            <a:extLst>
              <a:ext uri="{FF2B5EF4-FFF2-40B4-BE49-F238E27FC236}">
                <a16:creationId xmlns:a16="http://schemas.microsoft.com/office/drawing/2014/main" id="{7B2A07D8-1E25-9F51-C5A2-88042FB18C69}"/>
              </a:ext>
            </a:extLst>
          </p:cNvPr>
          <p:cNvGrpSpPr/>
          <p:nvPr/>
        </p:nvGrpSpPr>
        <p:grpSpPr>
          <a:xfrm>
            <a:off x="6549784" y="2825843"/>
            <a:ext cx="1567016" cy="695758"/>
            <a:chOff x="3335290" y="3258606"/>
            <a:chExt cx="1567016" cy="695758"/>
          </a:xfrm>
        </p:grpSpPr>
        <p:grpSp>
          <p:nvGrpSpPr>
            <p:cNvPr id="771" name="Group 770">
              <a:extLst>
                <a:ext uri="{FF2B5EF4-FFF2-40B4-BE49-F238E27FC236}">
                  <a16:creationId xmlns:a16="http://schemas.microsoft.com/office/drawing/2014/main" id="{355CC880-E131-8CCD-5318-5BD6FEF1A92E}"/>
                </a:ext>
              </a:extLst>
            </p:cNvPr>
            <p:cNvGrpSpPr/>
            <p:nvPr/>
          </p:nvGrpSpPr>
          <p:grpSpPr>
            <a:xfrm>
              <a:off x="3335290" y="3258606"/>
              <a:ext cx="1567016" cy="695758"/>
              <a:chOff x="5994131" y="80290"/>
              <a:chExt cx="1567016" cy="695758"/>
            </a:xfrm>
          </p:grpSpPr>
          <p:grpSp>
            <p:nvGrpSpPr>
              <p:cNvPr id="773" name="Group 772">
                <a:extLst>
                  <a:ext uri="{FF2B5EF4-FFF2-40B4-BE49-F238E27FC236}">
                    <a16:creationId xmlns:a16="http://schemas.microsoft.com/office/drawing/2014/main" id="{E4661272-FCA1-0B8A-4678-691A8720BDD6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210B1979-CF71-3059-2B8F-75019A7F27DB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7" name="Rectangle 776">
                  <a:extLst>
                    <a:ext uri="{FF2B5EF4-FFF2-40B4-BE49-F238E27FC236}">
                      <a16:creationId xmlns:a16="http://schemas.microsoft.com/office/drawing/2014/main" id="{F0377CBC-02D1-C92D-BEA2-45F855079C07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2CE5A2A8-E282-8776-D109-975BC4620D49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9" name="Rectangle 778">
                  <a:extLst>
                    <a:ext uri="{FF2B5EF4-FFF2-40B4-BE49-F238E27FC236}">
                      <a16:creationId xmlns:a16="http://schemas.microsoft.com/office/drawing/2014/main" id="{B6C09827-CD22-F6F9-72F9-5FD6EF44184A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B4DCD970-18B2-D13F-CA3A-AA73C7F81A75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87308456-F47C-602C-D75E-D34CAB4C0F46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5</a:t>
                </a:r>
              </a:p>
            </p:txBody>
          </p:sp>
          <p:sp>
            <p:nvSpPr>
              <p:cNvPr id="775" name="TextBox 774">
                <a:extLst>
                  <a:ext uri="{FF2B5EF4-FFF2-40B4-BE49-F238E27FC236}">
                    <a16:creationId xmlns:a16="http://schemas.microsoft.com/office/drawing/2014/main" id="{7C5D7798-872A-292A-DAF7-1AC5DBDC67C4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#e</a:t>
                </a:r>
              </a:p>
            </p:txBody>
          </p:sp>
        </p:grpSp>
        <p:pic>
          <p:nvPicPr>
            <p:cNvPr id="772" name="Picture 771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6FD6C5B7-8FE3-E22E-D2DD-2D74C945B3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56919" t="54156" r="33819" b="8614"/>
            <a:stretch/>
          </p:blipFill>
          <p:spPr>
            <a:xfrm>
              <a:off x="3576657" y="3351596"/>
              <a:ext cx="540000" cy="516196"/>
            </a:xfrm>
            <a:prstGeom prst="rect">
              <a:avLst/>
            </a:prstGeom>
          </p:spPr>
        </p:pic>
      </p:grpSp>
      <p:grpSp>
        <p:nvGrpSpPr>
          <p:cNvPr id="781" name="Group 780">
            <a:extLst>
              <a:ext uri="{FF2B5EF4-FFF2-40B4-BE49-F238E27FC236}">
                <a16:creationId xmlns:a16="http://schemas.microsoft.com/office/drawing/2014/main" id="{AF2FEA2A-47AD-3BEE-161C-4B23D197A70D}"/>
              </a:ext>
            </a:extLst>
          </p:cNvPr>
          <p:cNvGrpSpPr/>
          <p:nvPr/>
        </p:nvGrpSpPr>
        <p:grpSpPr>
          <a:xfrm>
            <a:off x="6549784" y="3512624"/>
            <a:ext cx="1567016" cy="695758"/>
            <a:chOff x="5684219" y="3079399"/>
            <a:chExt cx="1567016" cy="695758"/>
          </a:xfrm>
        </p:grpSpPr>
        <p:grpSp>
          <p:nvGrpSpPr>
            <p:cNvPr id="782" name="Group 781">
              <a:extLst>
                <a:ext uri="{FF2B5EF4-FFF2-40B4-BE49-F238E27FC236}">
                  <a16:creationId xmlns:a16="http://schemas.microsoft.com/office/drawing/2014/main" id="{96D5233D-F4EB-DBA8-8392-B389B0CBCDED}"/>
                </a:ext>
              </a:extLst>
            </p:cNvPr>
            <p:cNvGrpSpPr/>
            <p:nvPr/>
          </p:nvGrpSpPr>
          <p:grpSpPr>
            <a:xfrm>
              <a:off x="5684219" y="3079399"/>
              <a:ext cx="1567016" cy="695758"/>
              <a:chOff x="5994131" y="80290"/>
              <a:chExt cx="1567016" cy="695758"/>
            </a:xfrm>
          </p:grpSpPr>
          <p:grpSp>
            <p:nvGrpSpPr>
              <p:cNvPr id="784" name="Group 783">
                <a:extLst>
                  <a:ext uri="{FF2B5EF4-FFF2-40B4-BE49-F238E27FC236}">
                    <a16:creationId xmlns:a16="http://schemas.microsoft.com/office/drawing/2014/main" id="{DB76674E-5DFC-A276-46C9-6AD9DB298345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87" name="Rectangle 786">
                  <a:extLst>
                    <a:ext uri="{FF2B5EF4-FFF2-40B4-BE49-F238E27FC236}">
                      <a16:creationId xmlns:a16="http://schemas.microsoft.com/office/drawing/2014/main" id="{8C1C7AE3-8888-F550-3418-FD0741B9E21E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8" name="Rectangle 787">
                  <a:extLst>
                    <a:ext uri="{FF2B5EF4-FFF2-40B4-BE49-F238E27FC236}">
                      <a16:creationId xmlns:a16="http://schemas.microsoft.com/office/drawing/2014/main" id="{A99007BA-7E14-5549-4482-34676646BAE1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9" name="Rectangle 788">
                  <a:extLst>
                    <a:ext uri="{FF2B5EF4-FFF2-40B4-BE49-F238E27FC236}">
                      <a16:creationId xmlns:a16="http://schemas.microsoft.com/office/drawing/2014/main" id="{8E640702-E3B6-33B6-4A27-E62B4B02D459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0" name="Rectangle 789">
                  <a:extLst>
                    <a:ext uri="{FF2B5EF4-FFF2-40B4-BE49-F238E27FC236}">
                      <a16:creationId xmlns:a16="http://schemas.microsoft.com/office/drawing/2014/main" id="{1A619D86-6B33-B06C-1951-8E23F359651E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1" name="Rectangle 790">
                  <a:extLst>
                    <a:ext uri="{FF2B5EF4-FFF2-40B4-BE49-F238E27FC236}">
                      <a16:creationId xmlns:a16="http://schemas.microsoft.com/office/drawing/2014/main" id="{253BC36B-2A79-0464-AF4A-524E20933781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5" name="TextBox 784">
                <a:extLst>
                  <a:ext uri="{FF2B5EF4-FFF2-40B4-BE49-F238E27FC236}">
                    <a16:creationId xmlns:a16="http://schemas.microsoft.com/office/drawing/2014/main" id="{30DEB55C-4F56-FF89-A8EA-E81702802104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6</a:t>
                </a:r>
              </a:p>
            </p:txBody>
          </p:sp>
          <p:sp>
            <p:nvSpPr>
              <p:cNvPr id="786" name="TextBox 785">
                <a:extLst>
                  <a:ext uri="{FF2B5EF4-FFF2-40B4-BE49-F238E27FC236}">
                    <a16:creationId xmlns:a16="http://schemas.microsoft.com/office/drawing/2014/main" id="{13E021D8-A98B-CF78-F7B2-64E55757A4EA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#f</a:t>
                </a:r>
              </a:p>
            </p:txBody>
          </p:sp>
        </p:grpSp>
        <p:pic>
          <p:nvPicPr>
            <p:cNvPr id="783" name="Picture 782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BE33D967-1EC3-CD82-CBC8-A59FAB3BFE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67933" t="54156" r="22805" b="8614"/>
            <a:stretch/>
          </p:blipFill>
          <p:spPr>
            <a:xfrm>
              <a:off x="5924382" y="3183210"/>
              <a:ext cx="540000" cy="516196"/>
            </a:xfrm>
            <a:prstGeom prst="rect">
              <a:avLst/>
            </a:prstGeom>
          </p:spPr>
        </p:pic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BC7B0069-3897-56DC-7E75-B5CD3601A2CE}"/>
              </a:ext>
            </a:extLst>
          </p:cNvPr>
          <p:cNvGrpSpPr/>
          <p:nvPr/>
        </p:nvGrpSpPr>
        <p:grpSpPr>
          <a:xfrm>
            <a:off x="6549784" y="4199405"/>
            <a:ext cx="1567016" cy="695758"/>
            <a:chOff x="5446831" y="3767355"/>
            <a:chExt cx="1567016" cy="695758"/>
          </a:xfrm>
        </p:grpSpPr>
        <p:grpSp>
          <p:nvGrpSpPr>
            <p:cNvPr id="793" name="Group 792">
              <a:extLst>
                <a:ext uri="{FF2B5EF4-FFF2-40B4-BE49-F238E27FC236}">
                  <a16:creationId xmlns:a16="http://schemas.microsoft.com/office/drawing/2014/main" id="{6BD6CC56-2C05-36C5-AAB0-EF11B3B71B0F}"/>
                </a:ext>
              </a:extLst>
            </p:cNvPr>
            <p:cNvGrpSpPr/>
            <p:nvPr/>
          </p:nvGrpSpPr>
          <p:grpSpPr>
            <a:xfrm>
              <a:off x="5446831" y="3767355"/>
              <a:ext cx="1567016" cy="695758"/>
              <a:chOff x="5994131" y="80290"/>
              <a:chExt cx="1567016" cy="695758"/>
            </a:xfrm>
          </p:grpSpPr>
          <p:grpSp>
            <p:nvGrpSpPr>
              <p:cNvPr id="795" name="Group 794">
                <a:extLst>
                  <a:ext uri="{FF2B5EF4-FFF2-40B4-BE49-F238E27FC236}">
                    <a16:creationId xmlns:a16="http://schemas.microsoft.com/office/drawing/2014/main" id="{BC8F4CBB-A060-2E1C-F293-9B774BEF3E50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98" name="Rectangle 797">
                  <a:extLst>
                    <a:ext uri="{FF2B5EF4-FFF2-40B4-BE49-F238E27FC236}">
                      <a16:creationId xmlns:a16="http://schemas.microsoft.com/office/drawing/2014/main" id="{80A1B8C3-619D-42D4-FCF5-3489B97EAEA8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9" name="Rectangle 798">
                  <a:extLst>
                    <a:ext uri="{FF2B5EF4-FFF2-40B4-BE49-F238E27FC236}">
                      <a16:creationId xmlns:a16="http://schemas.microsoft.com/office/drawing/2014/main" id="{2F30B263-6058-CBA9-B175-C9FB1650B1DD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0" name="Rectangle 799">
                  <a:extLst>
                    <a:ext uri="{FF2B5EF4-FFF2-40B4-BE49-F238E27FC236}">
                      <a16:creationId xmlns:a16="http://schemas.microsoft.com/office/drawing/2014/main" id="{190BB9EB-081B-433B-A69F-ED3124B871FE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1" name="Rectangle 800">
                  <a:extLst>
                    <a:ext uri="{FF2B5EF4-FFF2-40B4-BE49-F238E27FC236}">
                      <a16:creationId xmlns:a16="http://schemas.microsoft.com/office/drawing/2014/main" id="{90031CA5-D841-82F2-F56E-B7BB196EDA3E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2" name="Rectangle 801">
                  <a:extLst>
                    <a:ext uri="{FF2B5EF4-FFF2-40B4-BE49-F238E27FC236}">
                      <a16:creationId xmlns:a16="http://schemas.microsoft.com/office/drawing/2014/main" id="{65571055-A124-EB60-564C-0274604EFE2C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96" name="TextBox 795">
                <a:extLst>
                  <a:ext uri="{FF2B5EF4-FFF2-40B4-BE49-F238E27FC236}">
                    <a16:creationId xmlns:a16="http://schemas.microsoft.com/office/drawing/2014/main" id="{87AD204C-7357-0557-8C1D-DF711B97FF12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7</a:t>
                </a:r>
              </a:p>
            </p:txBody>
          </p:sp>
          <p:sp>
            <p:nvSpPr>
              <p:cNvPr id="797" name="TextBox 796">
                <a:extLst>
                  <a:ext uri="{FF2B5EF4-FFF2-40B4-BE49-F238E27FC236}">
                    <a16:creationId xmlns:a16="http://schemas.microsoft.com/office/drawing/2014/main" id="{8AEF0860-559A-3BBA-2DFE-24AF7B5E2EBE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#g</a:t>
                </a:r>
              </a:p>
            </p:txBody>
          </p:sp>
        </p:grpSp>
        <p:pic>
          <p:nvPicPr>
            <p:cNvPr id="794" name="Picture 793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F6829A1F-4170-8253-03C3-5E49C3E14E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78840" t="54156" r="11898" b="8614"/>
            <a:stretch/>
          </p:blipFill>
          <p:spPr>
            <a:xfrm>
              <a:off x="5688198" y="3854875"/>
              <a:ext cx="540000" cy="516196"/>
            </a:xfrm>
            <a:prstGeom prst="rect">
              <a:avLst/>
            </a:prstGeom>
          </p:spPr>
        </p:pic>
      </p:grp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F8C4B915-7028-61E2-0197-746F0B8183DC}"/>
              </a:ext>
            </a:extLst>
          </p:cNvPr>
          <p:cNvGrpSpPr/>
          <p:nvPr/>
        </p:nvGrpSpPr>
        <p:grpSpPr>
          <a:xfrm>
            <a:off x="6549784" y="4885320"/>
            <a:ext cx="1567016" cy="695758"/>
            <a:chOff x="5178418" y="4453060"/>
            <a:chExt cx="1567016" cy="695758"/>
          </a:xfrm>
        </p:grpSpPr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BD0AD2C0-2FC6-53FF-8056-637E719D5876}"/>
                </a:ext>
              </a:extLst>
            </p:cNvPr>
            <p:cNvGrpSpPr/>
            <p:nvPr/>
          </p:nvGrpSpPr>
          <p:grpSpPr>
            <a:xfrm>
              <a:off x="5178418" y="4453060"/>
              <a:ext cx="1567016" cy="695758"/>
              <a:chOff x="5994131" y="80290"/>
              <a:chExt cx="1567016" cy="695758"/>
            </a:xfrm>
          </p:grpSpPr>
          <p:grpSp>
            <p:nvGrpSpPr>
              <p:cNvPr id="806" name="Group 805">
                <a:extLst>
                  <a:ext uri="{FF2B5EF4-FFF2-40B4-BE49-F238E27FC236}">
                    <a16:creationId xmlns:a16="http://schemas.microsoft.com/office/drawing/2014/main" id="{C260F334-E867-5FA6-2188-4CEBE2E4E8E5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809" name="Rectangle 808">
                  <a:extLst>
                    <a:ext uri="{FF2B5EF4-FFF2-40B4-BE49-F238E27FC236}">
                      <a16:creationId xmlns:a16="http://schemas.microsoft.com/office/drawing/2014/main" id="{CA0A353A-A5A7-30EB-2801-B714EF476540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0" name="Rectangle 809">
                  <a:extLst>
                    <a:ext uri="{FF2B5EF4-FFF2-40B4-BE49-F238E27FC236}">
                      <a16:creationId xmlns:a16="http://schemas.microsoft.com/office/drawing/2014/main" id="{76C8CD7D-9C6E-5374-6946-21ED4CEBBF1C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1" name="Rectangle 810">
                  <a:extLst>
                    <a:ext uri="{FF2B5EF4-FFF2-40B4-BE49-F238E27FC236}">
                      <a16:creationId xmlns:a16="http://schemas.microsoft.com/office/drawing/2014/main" id="{C7E11E4D-3567-1F07-BDDA-F177A7B0629B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2" name="Rectangle 811">
                  <a:extLst>
                    <a:ext uri="{FF2B5EF4-FFF2-40B4-BE49-F238E27FC236}">
                      <a16:creationId xmlns:a16="http://schemas.microsoft.com/office/drawing/2014/main" id="{435A7EF0-B4A9-F3A8-7569-1A492209FEAB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3" name="Rectangle 812">
                  <a:extLst>
                    <a:ext uri="{FF2B5EF4-FFF2-40B4-BE49-F238E27FC236}">
                      <a16:creationId xmlns:a16="http://schemas.microsoft.com/office/drawing/2014/main" id="{4A3231C3-072A-13CE-9853-6F46EF5E4FFC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07" name="TextBox 806">
                <a:extLst>
                  <a:ext uri="{FF2B5EF4-FFF2-40B4-BE49-F238E27FC236}">
                    <a16:creationId xmlns:a16="http://schemas.microsoft.com/office/drawing/2014/main" id="{1BB11431-1F89-6A5E-7C32-A70742F08159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8</a:t>
                </a:r>
              </a:p>
            </p:txBody>
          </p:sp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ACE4D986-55B0-BBC8-563D-D190F909A206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#h</a:t>
                </a:r>
              </a:p>
            </p:txBody>
          </p:sp>
        </p:grpSp>
        <p:pic>
          <p:nvPicPr>
            <p:cNvPr id="805" name="Picture 804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1786E6AF-29D7-675C-E5B6-B5D174CB7A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89868" t="54156" r="870" b="8614"/>
            <a:stretch/>
          </p:blipFill>
          <p:spPr>
            <a:xfrm>
              <a:off x="5410005" y="4546470"/>
              <a:ext cx="540000" cy="516195"/>
            </a:xfrm>
            <a:prstGeom prst="rect">
              <a:avLst/>
            </a:prstGeom>
          </p:spPr>
        </p:pic>
      </p:grpSp>
      <p:grpSp>
        <p:nvGrpSpPr>
          <p:cNvPr id="814" name="Group 813">
            <a:extLst>
              <a:ext uri="{FF2B5EF4-FFF2-40B4-BE49-F238E27FC236}">
                <a16:creationId xmlns:a16="http://schemas.microsoft.com/office/drawing/2014/main" id="{03BFE915-FFC5-5CDC-3BE5-3B5B83103A9D}"/>
              </a:ext>
            </a:extLst>
          </p:cNvPr>
          <p:cNvGrpSpPr/>
          <p:nvPr/>
        </p:nvGrpSpPr>
        <p:grpSpPr>
          <a:xfrm>
            <a:off x="6549784" y="5572507"/>
            <a:ext cx="1567016" cy="695758"/>
            <a:chOff x="5180418" y="5188046"/>
            <a:chExt cx="1567016" cy="695758"/>
          </a:xfrm>
        </p:grpSpPr>
        <p:grpSp>
          <p:nvGrpSpPr>
            <p:cNvPr id="815" name="Group 814">
              <a:extLst>
                <a:ext uri="{FF2B5EF4-FFF2-40B4-BE49-F238E27FC236}">
                  <a16:creationId xmlns:a16="http://schemas.microsoft.com/office/drawing/2014/main" id="{95B1E476-D557-E751-6521-E462E305DC9E}"/>
                </a:ext>
              </a:extLst>
            </p:cNvPr>
            <p:cNvGrpSpPr/>
            <p:nvPr/>
          </p:nvGrpSpPr>
          <p:grpSpPr>
            <a:xfrm>
              <a:off x="5180418" y="5188046"/>
              <a:ext cx="1567016" cy="695758"/>
              <a:chOff x="5994131" y="80290"/>
              <a:chExt cx="1567016" cy="695758"/>
            </a:xfrm>
          </p:grpSpPr>
          <p:grpSp>
            <p:nvGrpSpPr>
              <p:cNvPr id="817" name="Group 816">
                <a:extLst>
                  <a:ext uri="{FF2B5EF4-FFF2-40B4-BE49-F238E27FC236}">
                    <a16:creationId xmlns:a16="http://schemas.microsoft.com/office/drawing/2014/main" id="{209E68CC-8168-6146-A6DD-DDCDDF0DC379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820" name="Rectangle 819">
                  <a:extLst>
                    <a:ext uri="{FF2B5EF4-FFF2-40B4-BE49-F238E27FC236}">
                      <a16:creationId xmlns:a16="http://schemas.microsoft.com/office/drawing/2014/main" id="{F959EF86-5F73-B65F-3A5E-4CB3CC1FBC2F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1" name="Rectangle 820">
                  <a:extLst>
                    <a:ext uri="{FF2B5EF4-FFF2-40B4-BE49-F238E27FC236}">
                      <a16:creationId xmlns:a16="http://schemas.microsoft.com/office/drawing/2014/main" id="{EFFF2FD3-07B9-1F30-F20B-73892C32A036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2" name="Rectangle 821">
                  <a:extLst>
                    <a:ext uri="{FF2B5EF4-FFF2-40B4-BE49-F238E27FC236}">
                      <a16:creationId xmlns:a16="http://schemas.microsoft.com/office/drawing/2014/main" id="{49B98B14-C3F5-D896-78B6-648217606911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3" name="Rectangle 822">
                  <a:extLst>
                    <a:ext uri="{FF2B5EF4-FFF2-40B4-BE49-F238E27FC236}">
                      <a16:creationId xmlns:a16="http://schemas.microsoft.com/office/drawing/2014/main" id="{16EFA932-3A9B-A0D2-3670-A8CEA1456D88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4" name="Rectangle 823">
                  <a:extLst>
                    <a:ext uri="{FF2B5EF4-FFF2-40B4-BE49-F238E27FC236}">
                      <a16:creationId xmlns:a16="http://schemas.microsoft.com/office/drawing/2014/main" id="{958B93BA-6BA9-81B0-4CF6-6E54BA20D103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18" name="TextBox 817">
                <a:extLst>
                  <a:ext uri="{FF2B5EF4-FFF2-40B4-BE49-F238E27FC236}">
                    <a16:creationId xmlns:a16="http://schemas.microsoft.com/office/drawing/2014/main" id="{3439A6AD-4DD0-E92A-22FD-06C1120277C7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9</a:t>
                </a:r>
              </a:p>
            </p:txBody>
          </p:sp>
          <p:sp>
            <p:nvSpPr>
              <p:cNvPr id="819" name="TextBox 818">
                <a:extLst>
                  <a:ext uri="{FF2B5EF4-FFF2-40B4-BE49-F238E27FC236}">
                    <a16:creationId xmlns:a16="http://schemas.microsoft.com/office/drawing/2014/main" id="{3A91C95A-2848-79E0-A6C6-6FB7FD815BA3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</a:t>
                </a:r>
                <a:r>
                  <a:rPr lang="en-US" sz="2400" dirty="0" err="1">
                    <a:latin typeface="Swell Braille" pitchFamily="49"/>
                  </a:rPr>
                  <a:t>i</a:t>
                </a:r>
                <a:endParaRPr lang="en-US" sz="2400" dirty="0">
                  <a:latin typeface="Swell Braille" pitchFamily="49"/>
                </a:endParaRPr>
              </a:p>
            </p:txBody>
          </p:sp>
        </p:grpSp>
        <p:pic>
          <p:nvPicPr>
            <p:cNvPr id="816" name="Picture 815">
              <a:extLst>
                <a:ext uri="{FF2B5EF4-FFF2-40B4-BE49-F238E27FC236}">
                  <a16:creationId xmlns:a16="http://schemas.microsoft.com/office/drawing/2014/main" id="{6D708902-FDE8-1357-0468-F5E1AE478C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508" r="89712" b="22804"/>
            <a:stretch/>
          </p:blipFill>
          <p:spPr>
            <a:xfrm>
              <a:off x="5424116" y="5305234"/>
              <a:ext cx="540000" cy="483901"/>
            </a:xfrm>
            <a:prstGeom prst="rect">
              <a:avLst/>
            </a:prstGeom>
          </p:spPr>
        </p:pic>
      </p:grpSp>
      <p:grpSp>
        <p:nvGrpSpPr>
          <p:cNvPr id="825" name="Group 824">
            <a:extLst>
              <a:ext uri="{FF2B5EF4-FFF2-40B4-BE49-F238E27FC236}">
                <a16:creationId xmlns:a16="http://schemas.microsoft.com/office/drawing/2014/main" id="{6C31D9E7-6992-9D3B-4913-5D8DC1C3DD05}"/>
              </a:ext>
            </a:extLst>
          </p:cNvPr>
          <p:cNvGrpSpPr/>
          <p:nvPr/>
        </p:nvGrpSpPr>
        <p:grpSpPr>
          <a:xfrm>
            <a:off x="4953000" y="5572507"/>
            <a:ext cx="1567016" cy="695758"/>
            <a:chOff x="4117203" y="2440310"/>
            <a:chExt cx="1567016" cy="695758"/>
          </a:xfrm>
        </p:grpSpPr>
        <p:grpSp>
          <p:nvGrpSpPr>
            <p:cNvPr id="826" name="Group 825">
              <a:extLst>
                <a:ext uri="{FF2B5EF4-FFF2-40B4-BE49-F238E27FC236}">
                  <a16:creationId xmlns:a16="http://schemas.microsoft.com/office/drawing/2014/main" id="{1DBDE823-6D3A-CB4A-F3C5-608B7890FAE5}"/>
                </a:ext>
              </a:extLst>
            </p:cNvPr>
            <p:cNvGrpSpPr/>
            <p:nvPr/>
          </p:nvGrpSpPr>
          <p:grpSpPr>
            <a:xfrm>
              <a:off x="4117203" y="2440310"/>
              <a:ext cx="1567016" cy="695758"/>
              <a:chOff x="5994131" y="80290"/>
              <a:chExt cx="1567016" cy="695758"/>
            </a:xfrm>
          </p:grpSpPr>
          <p:grpSp>
            <p:nvGrpSpPr>
              <p:cNvPr id="828" name="Group 827">
                <a:extLst>
                  <a:ext uri="{FF2B5EF4-FFF2-40B4-BE49-F238E27FC236}">
                    <a16:creationId xmlns:a16="http://schemas.microsoft.com/office/drawing/2014/main" id="{37770D02-E663-1DAD-D53F-97C0FEBF3234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831" name="Rectangle 830">
                  <a:extLst>
                    <a:ext uri="{FF2B5EF4-FFF2-40B4-BE49-F238E27FC236}">
                      <a16:creationId xmlns:a16="http://schemas.microsoft.com/office/drawing/2014/main" id="{71A0E93E-CF8C-752B-B85B-BA5B0CE85E22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2" name="Rectangle 831">
                  <a:extLst>
                    <a:ext uri="{FF2B5EF4-FFF2-40B4-BE49-F238E27FC236}">
                      <a16:creationId xmlns:a16="http://schemas.microsoft.com/office/drawing/2014/main" id="{81F31449-4DDF-5E3C-DEAB-05CE0D5DB897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3" name="Rectangle 832">
                  <a:extLst>
                    <a:ext uri="{FF2B5EF4-FFF2-40B4-BE49-F238E27FC236}">
                      <a16:creationId xmlns:a16="http://schemas.microsoft.com/office/drawing/2014/main" id="{ECA6A5BB-9904-54AB-5384-083CCA3C19D7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4" name="Rectangle 833">
                  <a:extLst>
                    <a:ext uri="{FF2B5EF4-FFF2-40B4-BE49-F238E27FC236}">
                      <a16:creationId xmlns:a16="http://schemas.microsoft.com/office/drawing/2014/main" id="{A46D37D6-13AF-AEA8-54B3-5D6ADE5DD7B3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5" name="Rectangle 834">
                  <a:extLst>
                    <a:ext uri="{FF2B5EF4-FFF2-40B4-BE49-F238E27FC236}">
                      <a16:creationId xmlns:a16="http://schemas.microsoft.com/office/drawing/2014/main" id="{3687A7D1-0D1A-B7BB-8A5E-BFF67DD5C07C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29" name="TextBox 828">
                <a:extLst>
                  <a:ext uri="{FF2B5EF4-FFF2-40B4-BE49-F238E27FC236}">
                    <a16:creationId xmlns:a16="http://schemas.microsoft.com/office/drawing/2014/main" id="{F10F7DD3-1D35-5536-4186-17B688893DE4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0</a:t>
                </a:r>
              </a:p>
            </p:txBody>
          </p:sp>
          <p:sp>
            <p:nvSpPr>
              <p:cNvPr id="830" name="TextBox 829">
                <a:extLst>
                  <a:ext uri="{FF2B5EF4-FFF2-40B4-BE49-F238E27FC236}">
                    <a16:creationId xmlns:a16="http://schemas.microsoft.com/office/drawing/2014/main" id="{7C487EDC-5F34-F9B0-6391-F2F45D23D945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#j</a:t>
                </a:r>
              </a:p>
            </p:txBody>
          </p:sp>
        </p:grpSp>
        <p:pic>
          <p:nvPicPr>
            <p:cNvPr id="827" name="Picture 826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90845A24-38F7-1352-3BF6-B291A1C9AB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54156" r="88821" b="8614"/>
            <a:stretch/>
          </p:blipFill>
          <p:spPr>
            <a:xfrm>
              <a:off x="4362306" y="2529710"/>
              <a:ext cx="540000" cy="518670"/>
            </a:xfrm>
            <a:prstGeom prst="rect">
              <a:avLst/>
            </a:prstGeom>
          </p:spPr>
        </p:pic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FEB3BE7C-AE74-C334-0185-3250589E65C5}"/>
              </a:ext>
            </a:extLst>
          </p:cNvPr>
          <p:cNvGrpSpPr/>
          <p:nvPr/>
        </p:nvGrpSpPr>
        <p:grpSpPr>
          <a:xfrm>
            <a:off x="2688500" y="1424894"/>
            <a:ext cx="2802310" cy="861918"/>
            <a:chOff x="417645" y="919839"/>
            <a:chExt cx="2802310" cy="861918"/>
          </a:xfrm>
        </p:grpSpPr>
        <p:grpSp>
          <p:nvGrpSpPr>
            <p:cNvPr id="836" name="Group 835">
              <a:extLst>
                <a:ext uri="{FF2B5EF4-FFF2-40B4-BE49-F238E27FC236}">
                  <a16:creationId xmlns:a16="http://schemas.microsoft.com/office/drawing/2014/main" id="{630FBDD9-DCDD-0EC4-FC15-F42BA505B7E2}"/>
                </a:ext>
              </a:extLst>
            </p:cNvPr>
            <p:cNvGrpSpPr/>
            <p:nvPr/>
          </p:nvGrpSpPr>
          <p:grpSpPr>
            <a:xfrm>
              <a:off x="417645" y="919839"/>
              <a:ext cx="2802310" cy="828504"/>
              <a:chOff x="2357991" y="3837400"/>
              <a:chExt cx="2802310" cy="828504"/>
            </a:xfrm>
          </p:grpSpPr>
          <p:sp>
            <p:nvSpPr>
              <p:cNvPr id="837" name="Chevron 836">
                <a:extLst>
                  <a:ext uri="{FF2B5EF4-FFF2-40B4-BE49-F238E27FC236}">
                    <a16:creationId xmlns:a16="http://schemas.microsoft.com/office/drawing/2014/main" id="{52DB88D3-2E8D-C451-77A5-56CB2B8CA8F8}"/>
                  </a:ext>
                </a:extLst>
              </p:cNvPr>
              <p:cNvSpPr/>
              <p:nvPr/>
            </p:nvSpPr>
            <p:spPr>
              <a:xfrm rot="10800000">
                <a:off x="2588672" y="4028529"/>
                <a:ext cx="2571629" cy="637375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38" name="Chevron 837">
                <a:extLst>
                  <a:ext uri="{FF2B5EF4-FFF2-40B4-BE49-F238E27FC236}">
                    <a16:creationId xmlns:a16="http://schemas.microsoft.com/office/drawing/2014/main" id="{04C05B18-3CD8-BFF3-40E3-1FCC24F7F380}"/>
                  </a:ext>
                </a:extLst>
              </p:cNvPr>
              <p:cNvSpPr/>
              <p:nvPr/>
            </p:nvSpPr>
            <p:spPr>
              <a:xfrm rot="16200000">
                <a:off x="2267939" y="3927456"/>
                <a:ext cx="797817" cy="617706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39" name="Rectangle 838">
                <a:extLst>
                  <a:ext uri="{FF2B5EF4-FFF2-40B4-BE49-F238E27FC236}">
                    <a16:creationId xmlns:a16="http://schemas.microsoft.com/office/drawing/2014/main" id="{0D735C27-967B-D79F-A4C4-E5CCBFF5625F}"/>
                  </a:ext>
                </a:extLst>
              </p:cNvPr>
              <p:cNvSpPr/>
              <p:nvPr/>
            </p:nvSpPr>
            <p:spPr>
              <a:xfrm rot="5400000">
                <a:off x="2536151" y="4117142"/>
                <a:ext cx="369937" cy="72625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40" name="Rectangle 839">
                <a:extLst>
                  <a:ext uri="{FF2B5EF4-FFF2-40B4-BE49-F238E27FC236}">
                    <a16:creationId xmlns:a16="http://schemas.microsoft.com/office/drawing/2014/main" id="{78C906F1-51BF-8110-4E7E-3D70EAA62558}"/>
                  </a:ext>
                </a:extLst>
              </p:cNvPr>
              <p:cNvSpPr/>
              <p:nvPr/>
            </p:nvSpPr>
            <p:spPr>
              <a:xfrm rot="5400000">
                <a:off x="2382844" y="4059217"/>
                <a:ext cx="57600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6" name="Group 845">
              <a:extLst>
                <a:ext uri="{FF2B5EF4-FFF2-40B4-BE49-F238E27FC236}">
                  <a16:creationId xmlns:a16="http://schemas.microsoft.com/office/drawing/2014/main" id="{B8F7674B-683E-7F9C-08E7-5CC574631D1E}"/>
                </a:ext>
              </a:extLst>
            </p:cNvPr>
            <p:cNvGrpSpPr/>
            <p:nvPr/>
          </p:nvGrpSpPr>
          <p:grpSpPr>
            <a:xfrm>
              <a:off x="453632" y="1088853"/>
              <a:ext cx="2505182" cy="692904"/>
              <a:chOff x="453632" y="1088853"/>
              <a:chExt cx="2505182" cy="692904"/>
            </a:xfrm>
          </p:grpSpPr>
          <p:pic>
            <p:nvPicPr>
              <p:cNvPr id="841" name="Picture 840" descr="Circle&#10;&#10;Description automatically generated with medium confidence">
                <a:extLst>
                  <a:ext uri="{FF2B5EF4-FFF2-40B4-BE49-F238E27FC236}">
                    <a16:creationId xmlns:a16="http://schemas.microsoft.com/office/drawing/2014/main" id="{1375861E-85E8-B24F-5B7F-D6503C5C4F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rcRect l="35280" t="8062" r="56004" b="54099"/>
              <a:stretch/>
            </p:blipFill>
            <p:spPr>
              <a:xfrm rot="5400000">
                <a:off x="462122" y="1160066"/>
                <a:ext cx="523020" cy="540000"/>
              </a:xfrm>
              <a:prstGeom prst="rect">
                <a:avLst/>
              </a:prstGeom>
            </p:spPr>
          </p:pic>
          <p:sp>
            <p:nvSpPr>
              <p:cNvPr id="843" name="Rectangle 842">
                <a:extLst>
                  <a:ext uri="{FF2B5EF4-FFF2-40B4-BE49-F238E27FC236}">
                    <a16:creationId xmlns:a16="http://schemas.microsoft.com/office/drawing/2014/main" id="{41596A00-94E0-1E26-B1B9-C9ADC7E40AA4}"/>
                  </a:ext>
                </a:extLst>
              </p:cNvPr>
              <p:cNvSpPr/>
              <p:nvPr/>
            </p:nvSpPr>
            <p:spPr>
              <a:xfrm>
                <a:off x="1049724" y="1144995"/>
                <a:ext cx="1882209" cy="5689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4" name="TextBox 843">
                <a:extLst>
                  <a:ext uri="{FF2B5EF4-FFF2-40B4-BE49-F238E27FC236}">
                    <a16:creationId xmlns:a16="http://schemas.microsoft.com/office/drawing/2014/main" id="{EDC3F4A6-163A-0F5B-AEAC-CF84EFEC0260}"/>
                  </a:ext>
                </a:extLst>
              </p:cNvPr>
              <p:cNvSpPr txBox="1"/>
              <p:nvPr/>
            </p:nvSpPr>
            <p:spPr>
              <a:xfrm>
                <a:off x="1200941" y="1088853"/>
                <a:ext cx="1573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END LOOP</a:t>
                </a:r>
              </a:p>
            </p:txBody>
          </p:sp>
          <p:sp>
            <p:nvSpPr>
              <p:cNvPr id="845" name="TextBox 844">
                <a:extLst>
                  <a:ext uri="{FF2B5EF4-FFF2-40B4-BE49-F238E27FC236}">
                    <a16:creationId xmlns:a16="http://schemas.microsoft.com/office/drawing/2014/main" id="{33828310-7959-D53D-205B-EC4EF4A54EB4}"/>
                  </a:ext>
                </a:extLst>
              </p:cNvPr>
              <p:cNvSpPr txBox="1"/>
              <p:nvPr/>
            </p:nvSpPr>
            <p:spPr>
              <a:xfrm>
                <a:off x="1007078" y="1320092"/>
                <a:ext cx="1951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⠑⠝⠙ ⠇⠕⠕⠏</a:t>
                </a:r>
              </a:p>
            </p:txBody>
          </p:sp>
        </p:grpSp>
      </p:grpSp>
      <p:grpSp>
        <p:nvGrpSpPr>
          <p:cNvPr id="848" name="Group 847">
            <a:extLst>
              <a:ext uri="{FF2B5EF4-FFF2-40B4-BE49-F238E27FC236}">
                <a16:creationId xmlns:a16="http://schemas.microsoft.com/office/drawing/2014/main" id="{7647A733-CAF9-DFEE-03AA-A32EC231B70A}"/>
              </a:ext>
            </a:extLst>
          </p:cNvPr>
          <p:cNvGrpSpPr/>
          <p:nvPr/>
        </p:nvGrpSpPr>
        <p:grpSpPr>
          <a:xfrm>
            <a:off x="2697993" y="3557414"/>
            <a:ext cx="2802310" cy="861918"/>
            <a:chOff x="417645" y="919839"/>
            <a:chExt cx="2802310" cy="861918"/>
          </a:xfrm>
        </p:grpSpPr>
        <p:grpSp>
          <p:nvGrpSpPr>
            <p:cNvPr id="849" name="Group 848">
              <a:extLst>
                <a:ext uri="{FF2B5EF4-FFF2-40B4-BE49-F238E27FC236}">
                  <a16:creationId xmlns:a16="http://schemas.microsoft.com/office/drawing/2014/main" id="{0A48D3C0-6A30-40FE-A413-82BEA25102EF}"/>
                </a:ext>
              </a:extLst>
            </p:cNvPr>
            <p:cNvGrpSpPr/>
            <p:nvPr/>
          </p:nvGrpSpPr>
          <p:grpSpPr>
            <a:xfrm>
              <a:off x="417645" y="919839"/>
              <a:ext cx="2802310" cy="828504"/>
              <a:chOff x="2357991" y="3837400"/>
              <a:chExt cx="2802310" cy="828504"/>
            </a:xfrm>
          </p:grpSpPr>
          <p:sp>
            <p:nvSpPr>
              <p:cNvPr id="855" name="Chevron 854">
                <a:extLst>
                  <a:ext uri="{FF2B5EF4-FFF2-40B4-BE49-F238E27FC236}">
                    <a16:creationId xmlns:a16="http://schemas.microsoft.com/office/drawing/2014/main" id="{5DA3B129-6D3B-E7B6-8447-EFA7D4BBEE77}"/>
                  </a:ext>
                </a:extLst>
              </p:cNvPr>
              <p:cNvSpPr/>
              <p:nvPr/>
            </p:nvSpPr>
            <p:spPr>
              <a:xfrm rot="10800000">
                <a:off x="2588672" y="4028529"/>
                <a:ext cx="2571629" cy="637375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56" name="Chevron 855">
                <a:extLst>
                  <a:ext uri="{FF2B5EF4-FFF2-40B4-BE49-F238E27FC236}">
                    <a16:creationId xmlns:a16="http://schemas.microsoft.com/office/drawing/2014/main" id="{78467ACE-B5D4-6B9C-19AB-F1258EE9BB57}"/>
                  </a:ext>
                </a:extLst>
              </p:cNvPr>
              <p:cNvSpPr/>
              <p:nvPr/>
            </p:nvSpPr>
            <p:spPr>
              <a:xfrm rot="16200000">
                <a:off x="2267939" y="3927456"/>
                <a:ext cx="797817" cy="617706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57" name="Rectangle 856">
                <a:extLst>
                  <a:ext uri="{FF2B5EF4-FFF2-40B4-BE49-F238E27FC236}">
                    <a16:creationId xmlns:a16="http://schemas.microsoft.com/office/drawing/2014/main" id="{A23C69A3-278B-6DD2-6A11-F076412F76F8}"/>
                  </a:ext>
                </a:extLst>
              </p:cNvPr>
              <p:cNvSpPr/>
              <p:nvPr/>
            </p:nvSpPr>
            <p:spPr>
              <a:xfrm rot="5400000">
                <a:off x="2536151" y="4117142"/>
                <a:ext cx="369937" cy="72625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8" name="Rectangle 857">
                <a:extLst>
                  <a:ext uri="{FF2B5EF4-FFF2-40B4-BE49-F238E27FC236}">
                    <a16:creationId xmlns:a16="http://schemas.microsoft.com/office/drawing/2014/main" id="{79D9AF30-A430-0BB0-87C8-9062B7EB1933}"/>
                  </a:ext>
                </a:extLst>
              </p:cNvPr>
              <p:cNvSpPr/>
              <p:nvPr/>
            </p:nvSpPr>
            <p:spPr>
              <a:xfrm rot="5400000">
                <a:off x="2382844" y="4059217"/>
                <a:ext cx="57600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0" name="Group 849">
              <a:extLst>
                <a:ext uri="{FF2B5EF4-FFF2-40B4-BE49-F238E27FC236}">
                  <a16:creationId xmlns:a16="http://schemas.microsoft.com/office/drawing/2014/main" id="{CB188A8B-93E2-1216-738D-CF4361342BE6}"/>
                </a:ext>
              </a:extLst>
            </p:cNvPr>
            <p:cNvGrpSpPr/>
            <p:nvPr/>
          </p:nvGrpSpPr>
          <p:grpSpPr>
            <a:xfrm>
              <a:off x="453632" y="1088853"/>
              <a:ext cx="2505182" cy="692904"/>
              <a:chOff x="453632" y="1088853"/>
              <a:chExt cx="2505182" cy="692904"/>
            </a:xfrm>
          </p:grpSpPr>
          <p:pic>
            <p:nvPicPr>
              <p:cNvPr id="851" name="Picture 850" descr="Circle&#10;&#10;Description automatically generated with medium confidence">
                <a:extLst>
                  <a:ext uri="{FF2B5EF4-FFF2-40B4-BE49-F238E27FC236}">
                    <a16:creationId xmlns:a16="http://schemas.microsoft.com/office/drawing/2014/main" id="{AF462D20-0FC6-0D53-E0DD-B7831ED402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rcRect l="35280" t="8062" r="56004" b="54099"/>
              <a:stretch/>
            </p:blipFill>
            <p:spPr>
              <a:xfrm rot="5400000">
                <a:off x="462122" y="1160066"/>
                <a:ext cx="523020" cy="540000"/>
              </a:xfrm>
              <a:prstGeom prst="rect">
                <a:avLst/>
              </a:prstGeom>
            </p:spPr>
          </p:pic>
          <p:sp>
            <p:nvSpPr>
              <p:cNvPr id="852" name="Rectangle 851">
                <a:extLst>
                  <a:ext uri="{FF2B5EF4-FFF2-40B4-BE49-F238E27FC236}">
                    <a16:creationId xmlns:a16="http://schemas.microsoft.com/office/drawing/2014/main" id="{DF4E156D-078F-7527-A5BC-6C5B9C6D106B}"/>
                  </a:ext>
                </a:extLst>
              </p:cNvPr>
              <p:cNvSpPr/>
              <p:nvPr/>
            </p:nvSpPr>
            <p:spPr>
              <a:xfrm>
                <a:off x="1049724" y="1144995"/>
                <a:ext cx="1882209" cy="5689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3" name="TextBox 852">
                <a:extLst>
                  <a:ext uri="{FF2B5EF4-FFF2-40B4-BE49-F238E27FC236}">
                    <a16:creationId xmlns:a16="http://schemas.microsoft.com/office/drawing/2014/main" id="{142E9D4F-248E-8DC9-103E-C82F52B4AC68}"/>
                  </a:ext>
                </a:extLst>
              </p:cNvPr>
              <p:cNvSpPr txBox="1"/>
              <p:nvPr/>
            </p:nvSpPr>
            <p:spPr>
              <a:xfrm>
                <a:off x="1200941" y="1088853"/>
                <a:ext cx="1573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End Loop</a:t>
                </a:r>
              </a:p>
            </p:txBody>
          </p:sp>
          <p:sp>
            <p:nvSpPr>
              <p:cNvPr id="854" name="TextBox 853">
                <a:extLst>
                  <a:ext uri="{FF2B5EF4-FFF2-40B4-BE49-F238E27FC236}">
                    <a16:creationId xmlns:a16="http://schemas.microsoft.com/office/drawing/2014/main" id="{A2B14960-FAAF-0F6E-2997-7EF19FB327CF}"/>
                  </a:ext>
                </a:extLst>
              </p:cNvPr>
              <p:cNvSpPr txBox="1"/>
              <p:nvPr/>
            </p:nvSpPr>
            <p:spPr>
              <a:xfrm>
                <a:off x="1007078" y="1320092"/>
                <a:ext cx="1951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⠑⠝⠙ ⠇⠕⠕⠏</a:t>
                </a:r>
              </a:p>
            </p:txBody>
          </p:sp>
        </p:grpSp>
      </p:grpSp>
      <p:grpSp>
        <p:nvGrpSpPr>
          <p:cNvPr id="859" name="Group 858">
            <a:extLst>
              <a:ext uri="{FF2B5EF4-FFF2-40B4-BE49-F238E27FC236}">
                <a16:creationId xmlns:a16="http://schemas.microsoft.com/office/drawing/2014/main" id="{BC601CEA-12FD-83C0-02F1-14AED8BB4F04}"/>
              </a:ext>
            </a:extLst>
          </p:cNvPr>
          <p:cNvGrpSpPr/>
          <p:nvPr/>
        </p:nvGrpSpPr>
        <p:grpSpPr>
          <a:xfrm>
            <a:off x="2692174" y="2330149"/>
            <a:ext cx="2202436" cy="1340139"/>
            <a:chOff x="2996213" y="132528"/>
            <a:chExt cx="2202436" cy="1340139"/>
          </a:xfrm>
        </p:grpSpPr>
        <p:grpSp>
          <p:nvGrpSpPr>
            <p:cNvPr id="860" name="Group 859">
              <a:extLst>
                <a:ext uri="{FF2B5EF4-FFF2-40B4-BE49-F238E27FC236}">
                  <a16:creationId xmlns:a16="http://schemas.microsoft.com/office/drawing/2014/main" id="{A9A57FDB-088B-FDEA-C914-00504AFD0EF0}"/>
                </a:ext>
              </a:extLst>
            </p:cNvPr>
            <p:cNvGrpSpPr/>
            <p:nvPr/>
          </p:nvGrpSpPr>
          <p:grpSpPr>
            <a:xfrm>
              <a:off x="2996213" y="157779"/>
              <a:ext cx="2202436" cy="1314888"/>
              <a:chOff x="2171986" y="3391996"/>
              <a:chExt cx="1603234" cy="957155"/>
            </a:xfrm>
          </p:grpSpPr>
          <p:sp>
            <p:nvSpPr>
              <p:cNvPr id="866" name="Rectangle 865">
                <a:extLst>
                  <a:ext uri="{FF2B5EF4-FFF2-40B4-BE49-F238E27FC236}">
                    <a16:creationId xmlns:a16="http://schemas.microsoft.com/office/drawing/2014/main" id="{2B6EA7C7-BA0A-7AB7-B8B7-A90A206942D2}"/>
                  </a:ext>
                </a:extLst>
              </p:cNvPr>
              <p:cNvSpPr/>
              <p:nvPr/>
            </p:nvSpPr>
            <p:spPr>
              <a:xfrm>
                <a:off x="2171986" y="3391996"/>
                <a:ext cx="1596793" cy="460121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7" name="Chevron 866">
                <a:extLst>
                  <a:ext uri="{FF2B5EF4-FFF2-40B4-BE49-F238E27FC236}">
                    <a16:creationId xmlns:a16="http://schemas.microsoft.com/office/drawing/2014/main" id="{DD375574-2D32-9A6F-3089-B5948B5BB318}"/>
                  </a:ext>
                </a:extLst>
              </p:cNvPr>
              <p:cNvSpPr/>
              <p:nvPr/>
            </p:nvSpPr>
            <p:spPr>
              <a:xfrm>
                <a:off x="2177040" y="3391996"/>
                <a:ext cx="781914" cy="460121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68" name="Chevron 867">
                <a:extLst>
                  <a:ext uri="{FF2B5EF4-FFF2-40B4-BE49-F238E27FC236}">
                    <a16:creationId xmlns:a16="http://schemas.microsoft.com/office/drawing/2014/main" id="{523C7D56-3586-B181-3826-33AD406F02D6}"/>
                  </a:ext>
                </a:extLst>
              </p:cNvPr>
              <p:cNvSpPr/>
              <p:nvPr/>
            </p:nvSpPr>
            <p:spPr>
              <a:xfrm rot="16200000">
                <a:off x="2083114" y="3810054"/>
                <a:ext cx="628541" cy="449653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69" name="Rectangle 868">
                <a:extLst>
                  <a:ext uri="{FF2B5EF4-FFF2-40B4-BE49-F238E27FC236}">
                    <a16:creationId xmlns:a16="http://schemas.microsoft.com/office/drawing/2014/main" id="{0CCF90C5-E6F9-7CC0-51E3-0417B75C01EA}"/>
                  </a:ext>
                </a:extLst>
              </p:cNvPr>
              <p:cNvSpPr/>
              <p:nvPr/>
            </p:nvSpPr>
            <p:spPr>
              <a:xfrm>
                <a:off x="3651434" y="3503283"/>
                <a:ext cx="123786" cy="2332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61" name="Rectangle 860">
              <a:extLst>
                <a:ext uri="{FF2B5EF4-FFF2-40B4-BE49-F238E27FC236}">
                  <a16:creationId xmlns:a16="http://schemas.microsoft.com/office/drawing/2014/main" id="{56CA4C23-9E65-B6CB-6326-35CA015671A1}"/>
                </a:ext>
              </a:extLst>
            </p:cNvPr>
            <p:cNvSpPr/>
            <p:nvPr/>
          </p:nvSpPr>
          <p:spPr>
            <a:xfrm>
              <a:off x="3034948" y="185485"/>
              <a:ext cx="576000" cy="57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10DC25C3-B0DE-419C-E803-EC8BCD88A97E}"/>
                </a:ext>
              </a:extLst>
            </p:cNvPr>
            <p:cNvSpPr/>
            <p:nvPr/>
          </p:nvSpPr>
          <p:spPr>
            <a:xfrm>
              <a:off x="3656099" y="185485"/>
              <a:ext cx="1194592" cy="5742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63" name="Picture 862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85AD7F3B-F772-1E93-283C-6F13346ABB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24062" t="8062" r="66542" b="54099"/>
            <a:stretch/>
          </p:blipFill>
          <p:spPr>
            <a:xfrm>
              <a:off x="3060902" y="214329"/>
              <a:ext cx="540000" cy="517180"/>
            </a:xfrm>
            <a:prstGeom prst="rect">
              <a:avLst/>
            </a:prstGeom>
          </p:spPr>
        </p:pic>
        <p:sp>
          <p:nvSpPr>
            <p:cNvPr id="864" name="TextBox 863">
              <a:extLst>
                <a:ext uri="{FF2B5EF4-FFF2-40B4-BE49-F238E27FC236}">
                  <a16:creationId xmlns:a16="http://schemas.microsoft.com/office/drawing/2014/main" id="{EE0EA39A-1048-9413-29A1-678669A0F6D2}"/>
                </a:ext>
              </a:extLst>
            </p:cNvPr>
            <p:cNvSpPr txBox="1"/>
            <p:nvPr/>
          </p:nvSpPr>
          <p:spPr>
            <a:xfrm>
              <a:off x="3656098" y="13252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Loop</a:t>
              </a:r>
            </a:p>
          </p:txBody>
        </p:sp>
        <p:sp>
          <p:nvSpPr>
            <p:cNvPr id="865" name="TextBox 864">
              <a:extLst>
                <a:ext uri="{FF2B5EF4-FFF2-40B4-BE49-F238E27FC236}">
                  <a16:creationId xmlns:a16="http://schemas.microsoft.com/office/drawing/2014/main" id="{9757BA45-F37A-6AE1-73C0-605ECB1439B6}"/>
                </a:ext>
              </a:extLst>
            </p:cNvPr>
            <p:cNvSpPr txBox="1"/>
            <p:nvPr/>
          </p:nvSpPr>
          <p:spPr>
            <a:xfrm>
              <a:off x="3698517" y="370040"/>
              <a:ext cx="10909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⠇⠕⠕⠏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131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575B-7954-BD98-BFA1-918E275B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7630997-7F04-41AB-2BB3-AB7B39232296}"/>
              </a:ext>
            </a:extLst>
          </p:cNvPr>
          <p:cNvGrpSpPr/>
          <p:nvPr/>
        </p:nvGrpSpPr>
        <p:grpSpPr>
          <a:xfrm>
            <a:off x="978259" y="810695"/>
            <a:ext cx="2318604" cy="688200"/>
            <a:chOff x="316643" y="131848"/>
            <a:chExt cx="2318604" cy="6882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FB29E65-3849-ADA8-464C-F9593588885C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310CE48-28D2-DDF1-DAC5-CA4CAFD83C2F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043E23A-37AA-8DD2-F062-6B970E75EB0B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3F71D1A-47DA-B6F1-9974-09D8FD75C960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5B3A049D-9779-CBDB-4F9A-8C9E8A554991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A2A24AE2-707A-4042-2143-5FA90331F94C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FEE1C5C9-45C4-32E3-3241-5F55A9CF6A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E8A349B-1BF2-8B32-7ACF-4F900689B7C5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40AB112-4540-11E6-9A1E-794D9BD03E7F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DF581F-354A-8A9F-FEDD-7AB5F50F6C6A}"/>
              </a:ext>
            </a:extLst>
          </p:cNvPr>
          <p:cNvGrpSpPr/>
          <p:nvPr/>
        </p:nvGrpSpPr>
        <p:grpSpPr>
          <a:xfrm>
            <a:off x="302059" y="134315"/>
            <a:ext cx="2202436" cy="1340139"/>
            <a:chOff x="2996213" y="132528"/>
            <a:chExt cx="2202436" cy="1340139"/>
          </a:xfrm>
        </p:grpSpPr>
        <p:grpSp>
          <p:nvGrpSpPr>
            <p:cNvPr id="446" name="Group 445">
              <a:extLst>
                <a:ext uri="{FF2B5EF4-FFF2-40B4-BE49-F238E27FC236}">
                  <a16:creationId xmlns:a16="http://schemas.microsoft.com/office/drawing/2014/main" id="{A962B675-CA30-9507-637F-0B73928DD3F8}"/>
                </a:ext>
              </a:extLst>
            </p:cNvPr>
            <p:cNvGrpSpPr/>
            <p:nvPr/>
          </p:nvGrpSpPr>
          <p:grpSpPr>
            <a:xfrm>
              <a:off x="2996213" y="157779"/>
              <a:ext cx="2202436" cy="1314888"/>
              <a:chOff x="2171986" y="3391996"/>
              <a:chExt cx="1603234" cy="957155"/>
            </a:xfrm>
          </p:grpSpPr>
          <p:sp>
            <p:nvSpPr>
              <p:cNvPr id="449" name="Rectangle 448">
                <a:extLst>
                  <a:ext uri="{FF2B5EF4-FFF2-40B4-BE49-F238E27FC236}">
                    <a16:creationId xmlns:a16="http://schemas.microsoft.com/office/drawing/2014/main" id="{880BC1BE-9355-F5E2-10FB-A9E215BE0470}"/>
                  </a:ext>
                </a:extLst>
              </p:cNvPr>
              <p:cNvSpPr/>
              <p:nvPr/>
            </p:nvSpPr>
            <p:spPr>
              <a:xfrm>
                <a:off x="2171986" y="3391996"/>
                <a:ext cx="1596793" cy="460121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Chevron 449">
                <a:extLst>
                  <a:ext uri="{FF2B5EF4-FFF2-40B4-BE49-F238E27FC236}">
                    <a16:creationId xmlns:a16="http://schemas.microsoft.com/office/drawing/2014/main" id="{CC43E890-AD94-B903-FDA9-D81C686258DD}"/>
                  </a:ext>
                </a:extLst>
              </p:cNvPr>
              <p:cNvSpPr/>
              <p:nvPr/>
            </p:nvSpPr>
            <p:spPr>
              <a:xfrm>
                <a:off x="2177040" y="3391996"/>
                <a:ext cx="781914" cy="460121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Chevron 450">
                <a:extLst>
                  <a:ext uri="{FF2B5EF4-FFF2-40B4-BE49-F238E27FC236}">
                    <a16:creationId xmlns:a16="http://schemas.microsoft.com/office/drawing/2014/main" id="{C112AA66-C7F2-E21D-E34D-447EB209AAEA}"/>
                  </a:ext>
                </a:extLst>
              </p:cNvPr>
              <p:cNvSpPr/>
              <p:nvPr/>
            </p:nvSpPr>
            <p:spPr>
              <a:xfrm rot="16200000">
                <a:off x="2083114" y="3810054"/>
                <a:ext cx="628541" cy="449653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A4012934-2DDD-6165-40F0-4FA1F4003B2F}"/>
                  </a:ext>
                </a:extLst>
              </p:cNvPr>
              <p:cNvSpPr/>
              <p:nvPr/>
            </p:nvSpPr>
            <p:spPr>
              <a:xfrm>
                <a:off x="3651434" y="3503283"/>
                <a:ext cx="123786" cy="2332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7" name="Rectangle 446">
              <a:extLst>
                <a:ext uri="{FF2B5EF4-FFF2-40B4-BE49-F238E27FC236}">
                  <a16:creationId xmlns:a16="http://schemas.microsoft.com/office/drawing/2014/main" id="{CD6A897D-79E0-EDF2-0AF8-D52D8DE227BB}"/>
                </a:ext>
              </a:extLst>
            </p:cNvPr>
            <p:cNvSpPr/>
            <p:nvPr/>
          </p:nvSpPr>
          <p:spPr>
            <a:xfrm>
              <a:off x="3034948" y="185485"/>
              <a:ext cx="576000" cy="57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4522ED89-9F43-9F4F-9108-D9674D0C5D14}"/>
                </a:ext>
              </a:extLst>
            </p:cNvPr>
            <p:cNvSpPr/>
            <p:nvPr/>
          </p:nvSpPr>
          <p:spPr>
            <a:xfrm>
              <a:off x="3656099" y="185485"/>
              <a:ext cx="1194592" cy="5742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4" name="Picture 443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A3D4482F-886A-9D46-0A76-044C7CEFA8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24062" t="8062" r="66542" b="54099"/>
            <a:stretch/>
          </p:blipFill>
          <p:spPr>
            <a:xfrm>
              <a:off x="3060902" y="214329"/>
              <a:ext cx="540000" cy="517180"/>
            </a:xfrm>
            <a:prstGeom prst="rect">
              <a:avLst/>
            </a:prstGeom>
          </p:spPr>
        </p:pic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4DAFF568-63F0-439E-09CE-4BBFEE8A89D4}"/>
                </a:ext>
              </a:extLst>
            </p:cNvPr>
            <p:cNvSpPr txBox="1"/>
            <p:nvPr/>
          </p:nvSpPr>
          <p:spPr>
            <a:xfrm>
              <a:off x="3656098" y="13252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LOOP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D74F127-AACF-AE04-6F16-8B4608F4D7DB}"/>
                </a:ext>
              </a:extLst>
            </p:cNvPr>
            <p:cNvSpPr txBox="1"/>
            <p:nvPr/>
          </p:nvSpPr>
          <p:spPr>
            <a:xfrm>
              <a:off x="3698517" y="370040"/>
              <a:ext cx="10909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⠇⠕⠕⠏</a:t>
              </a:r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E2F544C3-DD01-B7D3-3D78-E301131DD645}"/>
              </a:ext>
            </a:extLst>
          </p:cNvPr>
          <p:cNvGrpSpPr/>
          <p:nvPr/>
        </p:nvGrpSpPr>
        <p:grpSpPr>
          <a:xfrm>
            <a:off x="2348118" y="126701"/>
            <a:ext cx="1567016" cy="695758"/>
            <a:chOff x="3725622" y="973737"/>
            <a:chExt cx="1567016" cy="695758"/>
          </a:xfrm>
        </p:grpSpPr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D725B7D-8B37-93CD-B0CC-F6E3774A6BBE}"/>
                </a:ext>
              </a:extLst>
            </p:cNvPr>
            <p:cNvGrpSpPr/>
            <p:nvPr/>
          </p:nvGrpSpPr>
          <p:grpSpPr>
            <a:xfrm>
              <a:off x="3725622" y="973737"/>
              <a:ext cx="1567016" cy="695758"/>
              <a:chOff x="5994131" y="80290"/>
              <a:chExt cx="1567016" cy="695758"/>
            </a:xfrm>
          </p:grpSpPr>
          <p:grpSp>
            <p:nvGrpSpPr>
              <p:cNvPr id="258" name="Group 257">
                <a:extLst>
                  <a:ext uri="{FF2B5EF4-FFF2-40B4-BE49-F238E27FC236}">
                    <a16:creationId xmlns:a16="http://schemas.microsoft.com/office/drawing/2014/main" id="{D1FD8FF9-4EB6-CB7E-351F-C9A460BF41BC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272" name="Rectangle 271">
                  <a:extLst>
                    <a:ext uri="{FF2B5EF4-FFF2-40B4-BE49-F238E27FC236}">
                      <a16:creationId xmlns:a16="http://schemas.microsoft.com/office/drawing/2014/main" id="{DB9B9EAA-4163-6F3F-4F11-69F0DCD868C9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3" name="Rectangle 272">
                  <a:extLst>
                    <a:ext uri="{FF2B5EF4-FFF2-40B4-BE49-F238E27FC236}">
                      <a16:creationId xmlns:a16="http://schemas.microsoft.com/office/drawing/2014/main" id="{5435D768-66FD-580A-4C7E-EE42671583F8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09E7AA1E-0C51-15AE-FA6D-5F67BC25786A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7893144A-E284-C3DE-0DDE-D33B80ACC068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6" name="Rectangle 275">
                  <a:extLst>
                    <a:ext uri="{FF2B5EF4-FFF2-40B4-BE49-F238E27FC236}">
                      <a16:creationId xmlns:a16="http://schemas.microsoft.com/office/drawing/2014/main" id="{855E4A40-4D10-80B7-49C8-98C51BA3362E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7AA49B5-C145-351E-DC1B-4ED1CE885EC6}"/>
                  </a:ext>
                </a:extLst>
              </p:cNvPr>
              <p:cNvSpPr txBox="1"/>
              <p:nvPr/>
            </p:nvSpPr>
            <p:spPr>
              <a:xfrm>
                <a:off x="6862081" y="80290"/>
                <a:ext cx="4425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3</a:t>
                </a:r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B818DAAF-506B-CE43-B5D5-68DCAD243D1A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#c</a:t>
                </a:r>
              </a:p>
            </p:txBody>
          </p:sp>
        </p:grpSp>
        <p:pic>
          <p:nvPicPr>
            <p:cNvPr id="277" name="Picture 276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2BBA43E5-6953-07B0-CFAE-AEDB9AA65D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34870" t="54156" r="55637" b="8614"/>
            <a:stretch/>
          </p:blipFill>
          <p:spPr>
            <a:xfrm>
              <a:off x="3965418" y="1068541"/>
              <a:ext cx="540000" cy="503627"/>
            </a:xfrm>
            <a:prstGeom prst="rect">
              <a:avLst/>
            </a:prstGeom>
          </p:spPr>
        </p:pic>
      </p:grpSp>
      <p:grpSp>
        <p:nvGrpSpPr>
          <p:cNvPr id="616" name="Group 615">
            <a:extLst>
              <a:ext uri="{FF2B5EF4-FFF2-40B4-BE49-F238E27FC236}">
                <a16:creationId xmlns:a16="http://schemas.microsoft.com/office/drawing/2014/main" id="{073A0832-9D91-519C-B82E-BB6C779E67CB}"/>
              </a:ext>
            </a:extLst>
          </p:cNvPr>
          <p:cNvGrpSpPr/>
          <p:nvPr/>
        </p:nvGrpSpPr>
        <p:grpSpPr>
          <a:xfrm>
            <a:off x="340794" y="6120209"/>
            <a:ext cx="2318604" cy="688200"/>
            <a:chOff x="316643" y="131848"/>
            <a:chExt cx="2318604" cy="688200"/>
          </a:xfrm>
        </p:grpSpPr>
        <p:grpSp>
          <p:nvGrpSpPr>
            <p:cNvPr id="617" name="Group 616">
              <a:extLst>
                <a:ext uri="{FF2B5EF4-FFF2-40B4-BE49-F238E27FC236}">
                  <a16:creationId xmlns:a16="http://schemas.microsoft.com/office/drawing/2014/main" id="{2B9C9D07-5FB9-4975-E49A-360DF7A71C58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22" name="Rectangle 621">
                <a:extLst>
                  <a:ext uri="{FF2B5EF4-FFF2-40B4-BE49-F238E27FC236}">
                    <a16:creationId xmlns:a16="http://schemas.microsoft.com/office/drawing/2014/main" id="{0AE03C3E-FCB3-5C9C-0861-F86FD2BC15D9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3" name="Oval 622">
                <a:extLst>
                  <a:ext uri="{FF2B5EF4-FFF2-40B4-BE49-F238E27FC236}">
                    <a16:creationId xmlns:a16="http://schemas.microsoft.com/office/drawing/2014/main" id="{F0452FBA-1ADC-F50B-EAB7-2B55BB9DB73D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4" name="Rectangle 623">
                <a:extLst>
                  <a:ext uri="{FF2B5EF4-FFF2-40B4-BE49-F238E27FC236}">
                    <a16:creationId xmlns:a16="http://schemas.microsoft.com/office/drawing/2014/main" id="{3373EA32-325F-0E29-8A4C-93BFCC059BC3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5" name="Rectangle 624">
                <a:extLst>
                  <a:ext uri="{FF2B5EF4-FFF2-40B4-BE49-F238E27FC236}">
                    <a16:creationId xmlns:a16="http://schemas.microsoft.com/office/drawing/2014/main" id="{8AFAF371-83AC-B3EB-A049-53862DEFF24E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71507BF8-2E93-A014-3375-4B1B9EC4BFE4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9" name="Picture 61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338CEBC7-73E1-7D9E-B556-5C6A1FD12D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20" name="TextBox 619">
              <a:extLst>
                <a:ext uri="{FF2B5EF4-FFF2-40B4-BE49-F238E27FC236}">
                  <a16:creationId xmlns:a16="http://schemas.microsoft.com/office/drawing/2014/main" id="{FD12109A-0D3A-90D1-87B0-76131FC7C5DA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21" name="TextBox 620">
              <a:extLst>
                <a:ext uri="{FF2B5EF4-FFF2-40B4-BE49-F238E27FC236}">
                  <a16:creationId xmlns:a16="http://schemas.microsoft.com/office/drawing/2014/main" id="{BE20D78E-A554-CDB3-EF6A-F50618312E31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56C67EBC-40DD-7C96-4528-0E577BFD7382}"/>
              </a:ext>
            </a:extLst>
          </p:cNvPr>
          <p:cNvGrpSpPr/>
          <p:nvPr/>
        </p:nvGrpSpPr>
        <p:grpSpPr>
          <a:xfrm>
            <a:off x="340794" y="5452524"/>
            <a:ext cx="2318604" cy="688200"/>
            <a:chOff x="316643" y="131848"/>
            <a:chExt cx="2318604" cy="688200"/>
          </a:xfrm>
        </p:grpSpPr>
        <p:grpSp>
          <p:nvGrpSpPr>
            <p:cNvPr id="627" name="Group 626">
              <a:extLst>
                <a:ext uri="{FF2B5EF4-FFF2-40B4-BE49-F238E27FC236}">
                  <a16:creationId xmlns:a16="http://schemas.microsoft.com/office/drawing/2014/main" id="{95F1EFB2-A82F-B49A-CD9E-1F55E0EC573C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32" name="Rectangle 631">
                <a:extLst>
                  <a:ext uri="{FF2B5EF4-FFF2-40B4-BE49-F238E27FC236}">
                    <a16:creationId xmlns:a16="http://schemas.microsoft.com/office/drawing/2014/main" id="{CAF3647F-9096-C5DD-AE21-ED0687011D13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Oval 632">
                <a:extLst>
                  <a:ext uri="{FF2B5EF4-FFF2-40B4-BE49-F238E27FC236}">
                    <a16:creationId xmlns:a16="http://schemas.microsoft.com/office/drawing/2014/main" id="{0BCE43DE-544E-E6EC-4547-5D521AE586B0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4" name="Rectangle 633">
                <a:extLst>
                  <a:ext uri="{FF2B5EF4-FFF2-40B4-BE49-F238E27FC236}">
                    <a16:creationId xmlns:a16="http://schemas.microsoft.com/office/drawing/2014/main" id="{879B4768-70F7-2ABE-A6D7-E265BF7DB8C9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5" name="Rectangle 634">
                <a:extLst>
                  <a:ext uri="{FF2B5EF4-FFF2-40B4-BE49-F238E27FC236}">
                    <a16:creationId xmlns:a16="http://schemas.microsoft.com/office/drawing/2014/main" id="{B4D762B1-77D7-6335-BC82-7ACA793B6236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28" name="Rectangle 627">
              <a:extLst>
                <a:ext uri="{FF2B5EF4-FFF2-40B4-BE49-F238E27FC236}">
                  <a16:creationId xmlns:a16="http://schemas.microsoft.com/office/drawing/2014/main" id="{C01191CE-00DC-3E92-7D74-49545CD490BB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29" name="Picture 62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7660DAC8-C5BD-87F3-5653-EDFD3139F1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30" name="TextBox 629">
              <a:extLst>
                <a:ext uri="{FF2B5EF4-FFF2-40B4-BE49-F238E27FC236}">
                  <a16:creationId xmlns:a16="http://schemas.microsoft.com/office/drawing/2014/main" id="{814CFA88-90B5-4818-849C-0E9358A683FB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31" name="TextBox 630">
              <a:extLst>
                <a:ext uri="{FF2B5EF4-FFF2-40B4-BE49-F238E27FC236}">
                  <a16:creationId xmlns:a16="http://schemas.microsoft.com/office/drawing/2014/main" id="{6CF7AF89-E307-5F01-3945-123E8FE43C67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00BEDFDF-412B-F541-4716-B255F0F507A2}"/>
              </a:ext>
            </a:extLst>
          </p:cNvPr>
          <p:cNvGrpSpPr/>
          <p:nvPr/>
        </p:nvGrpSpPr>
        <p:grpSpPr>
          <a:xfrm>
            <a:off x="319561" y="2135840"/>
            <a:ext cx="2318604" cy="688200"/>
            <a:chOff x="316643" y="131848"/>
            <a:chExt cx="2318604" cy="688200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6009BC66-30DA-285F-7221-E9AF8CC8E9A1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42" name="Rectangle 641">
                <a:extLst>
                  <a:ext uri="{FF2B5EF4-FFF2-40B4-BE49-F238E27FC236}">
                    <a16:creationId xmlns:a16="http://schemas.microsoft.com/office/drawing/2014/main" id="{0ABEC364-1139-0F5F-2E4A-7ED57B34DFE0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3E09C7A5-8405-568A-F693-D4F36E6B1AD3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4" name="Rectangle 643">
                <a:extLst>
                  <a:ext uri="{FF2B5EF4-FFF2-40B4-BE49-F238E27FC236}">
                    <a16:creationId xmlns:a16="http://schemas.microsoft.com/office/drawing/2014/main" id="{0E0EB4D5-CCF0-BF53-7F59-34332B79581D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5" name="Rectangle 644">
                <a:extLst>
                  <a:ext uri="{FF2B5EF4-FFF2-40B4-BE49-F238E27FC236}">
                    <a16:creationId xmlns:a16="http://schemas.microsoft.com/office/drawing/2014/main" id="{F6C85679-652A-9DA8-EB99-D9E0E42AA06C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1EC6AAC8-28ED-949E-C1DB-0EBC8F07ACC8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9" name="Picture 63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A276D1CA-C90B-AEA2-CBA6-652CEFA207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40" name="TextBox 639">
              <a:extLst>
                <a:ext uri="{FF2B5EF4-FFF2-40B4-BE49-F238E27FC236}">
                  <a16:creationId xmlns:a16="http://schemas.microsoft.com/office/drawing/2014/main" id="{631F9C3A-03B8-5769-E538-90F3DA57D4A3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41" name="TextBox 640">
              <a:extLst>
                <a:ext uri="{FF2B5EF4-FFF2-40B4-BE49-F238E27FC236}">
                  <a16:creationId xmlns:a16="http://schemas.microsoft.com/office/drawing/2014/main" id="{08083915-7764-F921-5699-BEF0EFD98417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7AF5EC46-24BE-5E20-AAE0-ADE7662EF17B}"/>
              </a:ext>
            </a:extLst>
          </p:cNvPr>
          <p:cNvGrpSpPr/>
          <p:nvPr/>
        </p:nvGrpSpPr>
        <p:grpSpPr>
          <a:xfrm>
            <a:off x="320601" y="2797772"/>
            <a:ext cx="2318604" cy="688200"/>
            <a:chOff x="316643" y="131848"/>
            <a:chExt cx="2318604" cy="688200"/>
          </a:xfrm>
        </p:grpSpPr>
        <p:grpSp>
          <p:nvGrpSpPr>
            <p:cNvPr id="647" name="Group 646">
              <a:extLst>
                <a:ext uri="{FF2B5EF4-FFF2-40B4-BE49-F238E27FC236}">
                  <a16:creationId xmlns:a16="http://schemas.microsoft.com/office/drawing/2014/main" id="{9AFC0F26-0D6F-6A2A-CA23-B262636BDB66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52" name="Rectangle 651">
                <a:extLst>
                  <a:ext uri="{FF2B5EF4-FFF2-40B4-BE49-F238E27FC236}">
                    <a16:creationId xmlns:a16="http://schemas.microsoft.com/office/drawing/2014/main" id="{15E5805B-F737-9B4C-C495-9CD06B214C5D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3" name="Oval 652">
                <a:extLst>
                  <a:ext uri="{FF2B5EF4-FFF2-40B4-BE49-F238E27FC236}">
                    <a16:creationId xmlns:a16="http://schemas.microsoft.com/office/drawing/2014/main" id="{F2B8CB59-AFF8-E661-BBEC-24CFD4A7BC88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4" name="Rectangle 653">
                <a:extLst>
                  <a:ext uri="{FF2B5EF4-FFF2-40B4-BE49-F238E27FC236}">
                    <a16:creationId xmlns:a16="http://schemas.microsoft.com/office/drawing/2014/main" id="{5BA43D73-A4D0-A3C8-7AE9-36D469A2D342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5" name="Rectangle 654">
                <a:extLst>
                  <a:ext uri="{FF2B5EF4-FFF2-40B4-BE49-F238E27FC236}">
                    <a16:creationId xmlns:a16="http://schemas.microsoft.com/office/drawing/2014/main" id="{E5681C21-DDDF-96F9-8162-18830B39F131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8" name="Rectangle 647">
              <a:extLst>
                <a:ext uri="{FF2B5EF4-FFF2-40B4-BE49-F238E27FC236}">
                  <a16:creationId xmlns:a16="http://schemas.microsoft.com/office/drawing/2014/main" id="{31AC50F4-CB40-F17E-036E-69775870A0D0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9" name="Picture 64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24285253-3246-E0D5-C7EB-107A5523FF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863E340A-2B83-A381-4FA0-4AD708CE4F71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9BE84083-1E4C-85ED-255F-6593342987BA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56" name="Group 655">
            <a:extLst>
              <a:ext uri="{FF2B5EF4-FFF2-40B4-BE49-F238E27FC236}">
                <a16:creationId xmlns:a16="http://schemas.microsoft.com/office/drawing/2014/main" id="{9C50D294-4D37-BAFE-F2F5-07ABED315FCB}"/>
              </a:ext>
            </a:extLst>
          </p:cNvPr>
          <p:cNvGrpSpPr/>
          <p:nvPr/>
        </p:nvGrpSpPr>
        <p:grpSpPr>
          <a:xfrm>
            <a:off x="340794" y="3456180"/>
            <a:ext cx="2318604" cy="688200"/>
            <a:chOff x="316643" y="131848"/>
            <a:chExt cx="2318604" cy="688200"/>
          </a:xfrm>
        </p:grpSpPr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CA3670EB-D6C8-F214-E49B-78001E8DCB5B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62" name="Rectangle 661">
                <a:extLst>
                  <a:ext uri="{FF2B5EF4-FFF2-40B4-BE49-F238E27FC236}">
                    <a16:creationId xmlns:a16="http://schemas.microsoft.com/office/drawing/2014/main" id="{B55EB074-E8A2-1C89-9A53-4B1CAB5F8C18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3" name="Oval 662">
                <a:extLst>
                  <a:ext uri="{FF2B5EF4-FFF2-40B4-BE49-F238E27FC236}">
                    <a16:creationId xmlns:a16="http://schemas.microsoft.com/office/drawing/2014/main" id="{FFBA8340-5E03-9D66-C946-9BAC1E02761C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8C06BAF5-A8E9-9D2B-7FB0-F15862B3357F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5" name="Rectangle 664">
                <a:extLst>
                  <a:ext uri="{FF2B5EF4-FFF2-40B4-BE49-F238E27FC236}">
                    <a16:creationId xmlns:a16="http://schemas.microsoft.com/office/drawing/2014/main" id="{5C7898EA-D5B5-AD9C-41E9-6060C75B3E8C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8" name="Rectangle 657">
              <a:extLst>
                <a:ext uri="{FF2B5EF4-FFF2-40B4-BE49-F238E27FC236}">
                  <a16:creationId xmlns:a16="http://schemas.microsoft.com/office/drawing/2014/main" id="{545CD934-E327-51CA-0F18-74ED2382B924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59" name="Picture 65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51E60CA8-B348-534E-B5DB-05AC679F89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60" name="TextBox 659">
              <a:extLst>
                <a:ext uri="{FF2B5EF4-FFF2-40B4-BE49-F238E27FC236}">
                  <a16:creationId xmlns:a16="http://schemas.microsoft.com/office/drawing/2014/main" id="{CF0ED541-7C6B-E8FF-970A-7F03A0C841FD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61" name="TextBox 660">
              <a:extLst>
                <a:ext uri="{FF2B5EF4-FFF2-40B4-BE49-F238E27FC236}">
                  <a16:creationId xmlns:a16="http://schemas.microsoft.com/office/drawing/2014/main" id="{86E0C41B-3ACC-12BC-CD73-690527F29539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66" name="Group 665">
            <a:extLst>
              <a:ext uri="{FF2B5EF4-FFF2-40B4-BE49-F238E27FC236}">
                <a16:creationId xmlns:a16="http://schemas.microsoft.com/office/drawing/2014/main" id="{2F74E76B-FF28-984B-2680-7C1CD0A32821}"/>
              </a:ext>
            </a:extLst>
          </p:cNvPr>
          <p:cNvGrpSpPr/>
          <p:nvPr/>
        </p:nvGrpSpPr>
        <p:grpSpPr>
          <a:xfrm>
            <a:off x="340794" y="4127164"/>
            <a:ext cx="2318604" cy="688200"/>
            <a:chOff x="316643" y="131848"/>
            <a:chExt cx="2318604" cy="688200"/>
          </a:xfrm>
        </p:grpSpPr>
        <p:grpSp>
          <p:nvGrpSpPr>
            <p:cNvPr id="667" name="Group 666">
              <a:extLst>
                <a:ext uri="{FF2B5EF4-FFF2-40B4-BE49-F238E27FC236}">
                  <a16:creationId xmlns:a16="http://schemas.microsoft.com/office/drawing/2014/main" id="{68DBDF0E-82E4-BAB0-000F-26C5C0853D22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72" name="Rectangle 671">
                <a:extLst>
                  <a:ext uri="{FF2B5EF4-FFF2-40B4-BE49-F238E27FC236}">
                    <a16:creationId xmlns:a16="http://schemas.microsoft.com/office/drawing/2014/main" id="{198F563B-3E01-D9CB-3A02-2ED832E0C984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3" name="Oval 672">
                <a:extLst>
                  <a:ext uri="{FF2B5EF4-FFF2-40B4-BE49-F238E27FC236}">
                    <a16:creationId xmlns:a16="http://schemas.microsoft.com/office/drawing/2014/main" id="{D0269549-A0F3-14FE-23C2-E7446DC7DE34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4" name="Rectangle 673">
                <a:extLst>
                  <a:ext uri="{FF2B5EF4-FFF2-40B4-BE49-F238E27FC236}">
                    <a16:creationId xmlns:a16="http://schemas.microsoft.com/office/drawing/2014/main" id="{692ABB6C-7346-8A50-3ABA-CE2CDFBB91D5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5" name="Rectangle 674">
                <a:extLst>
                  <a:ext uri="{FF2B5EF4-FFF2-40B4-BE49-F238E27FC236}">
                    <a16:creationId xmlns:a16="http://schemas.microsoft.com/office/drawing/2014/main" id="{A1973A07-A990-16BD-A2A5-159C66D6FDE1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8" name="Rectangle 667">
              <a:extLst>
                <a:ext uri="{FF2B5EF4-FFF2-40B4-BE49-F238E27FC236}">
                  <a16:creationId xmlns:a16="http://schemas.microsoft.com/office/drawing/2014/main" id="{1745161C-940D-59D7-0CDF-BAE797E24F14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9" name="Picture 66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F4433BF1-F8DA-3A5A-33C4-FB96BF03E3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70" name="TextBox 669">
              <a:extLst>
                <a:ext uri="{FF2B5EF4-FFF2-40B4-BE49-F238E27FC236}">
                  <a16:creationId xmlns:a16="http://schemas.microsoft.com/office/drawing/2014/main" id="{62C3CE2C-7E6F-1482-A9B0-E227C955220B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71" name="TextBox 670">
              <a:extLst>
                <a:ext uri="{FF2B5EF4-FFF2-40B4-BE49-F238E27FC236}">
                  <a16:creationId xmlns:a16="http://schemas.microsoft.com/office/drawing/2014/main" id="{954935D0-18E2-D050-B10B-ED15EE312826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676" name="Group 675">
            <a:extLst>
              <a:ext uri="{FF2B5EF4-FFF2-40B4-BE49-F238E27FC236}">
                <a16:creationId xmlns:a16="http://schemas.microsoft.com/office/drawing/2014/main" id="{94799883-12E1-D05F-B7EE-ED287BE14484}"/>
              </a:ext>
            </a:extLst>
          </p:cNvPr>
          <p:cNvGrpSpPr/>
          <p:nvPr/>
        </p:nvGrpSpPr>
        <p:grpSpPr>
          <a:xfrm>
            <a:off x="340794" y="4795820"/>
            <a:ext cx="2318604" cy="688200"/>
            <a:chOff x="316643" y="131848"/>
            <a:chExt cx="2318604" cy="688200"/>
          </a:xfrm>
        </p:grpSpPr>
        <p:grpSp>
          <p:nvGrpSpPr>
            <p:cNvPr id="677" name="Group 676">
              <a:extLst>
                <a:ext uri="{FF2B5EF4-FFF2-40B4-BE49-F238E27FC236}">
                  <a16:creationId xmlns:a16="http://schemas.microsoft.com/office/drawing/2014/main" id="{9275D82C-41C5-405E-0365-70FE7936D618}"/>
                </a:ext>
              </a:extLst>
            </p:cNvPr>
            <p:cNvGrpSpPr/>
            <p:nvPr/>
          </p:nvGrpSpPr>
          <p:grpSpPr>
            <a:xfrm>
              <a:off x="316643" y="162610"/>
              <a:ext cx="2318604" cy="628444"/>
              <a:chOff x="316643" y="162610"/>
              <a:chExt cx="2318604" cy="628444"/>
            </a:xfrm>
          </p:grpSpPr>
          <p:sp>
            <p:nvSpPr>
              <p:cNvPr id="682" name="Rectangle 681">
                <a:extLst>
                  <a:ext uri="{FF2B5EF4-FFF2-40B4-BE49-F238E27FC236}">
                    <a16:creationId xmlns:a16="http://schemas.microsoft.com/office/drawing/2014/main" id="{8C08BAE5-13B0-3686-2D19-B5BB0ADE7664}"/>
                  </a:ext>
                </a:extLst>
              </p:cNvPr>
              <p:cNvSpPr/>
              <p:nvPr/>
            </p:nvSpPr>
            <p:spPr>
              <a:xfrm>
                <a:off x="602558" y="162610"/>
                <a:ext cx="2029880" cy="628444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3" name="Oval 682">
                <a:extLst>
                  <a:ext uri="{FF2B5EF4-FFF2-40B4-BE49-F238E27FC236}">
                    <a16:creationId xmlns:a16="http://schemas.microsoft.com/office/drawing/2014/main" id="{7F458A36-7B66-ABF9-5464-ED23FBFB265C}"/>
                  </a:ext>
                </a:extLst>
              </p:cNvPr>
              <p:cNvSpPr/>
              <p:nvPr/>
            </p:nvSpPr>
            <p:spPr>
              <a:xfrm>
                <a:off x="316643" y="162610"/>
                <a:ext cx="625317" cy="628444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4" name="Rectangle 683">
                <a:extLst>
                  <a:ext uri="{FF2B5EF4-FFF2-40B4-BE49-F238E27FC236}">
                    <a16:creationId xmlns:a16="http://schemas.microsoft.com/office/drawing/2014/main" id="{BE226D44-993C-451B-4238-AB405358836D}"/>
                  </a:ext>
                </a:extLst>
              </p:cNvPr>
              <p:cNvSpPr/>
              <p:nvPr/>
            </p:nvSpPr>
            <p:spPr>
              <a:xfrm>
                <a:off x="2466442" y="322025"/>
                <a:ext cx="168805" cy="3096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5" name="Rectangle 684">
                <a:extLst>
                  <a:ext uri="{FF2B5EF4-FFF2-40B4-BE49-F238E27FC236}">
                    <a16:creationId xmlns:a16="http://schemas.microsoft.com/office/drawing/2014/main" id="{0653FA6E-1147-6B00-C4FF-783FF48F40C3}"/>
                  </a:ext>
                </a:extLst>
              </p:cNvPr>
              <p:cNvSpPr/>
              <p:nvPr/>
            </p:nvSpPr>
            <p:spPr>
              <a:xfrm>
                <a:off x="605963" y="185485"/>
                <a:ext cx="57584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63F8BC4A-647F-D1B8-2569-D213212482BF}"/>
                </a:ext>
              </a:extLst>
            </p:cNvPr>
            <p:cNvSpPr/>
            <p:nvPr/>
          </p:nvSpPr>
          <p:spPr>
            <a:xfrm>
              <a:off x="1220181" y="186016"/>
              <a:ext cx="1185839" cy="57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9" name="Picture 67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7F3E27B5-74A7-A86C-40D7-7A0D7C361A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8062" r="88821" b="54099"/>
            <a:stretch/>
          </p:blipFill>
          <p:spPr>
            <a:xfrm>
              <a:off x="621564" y="208587"/>
              <a:ext cx="540000" cy="529796"/>
            </a:xfrm>
            <a:prstGeom prst="rect">
              <a:avLst/>
            </a:prstGeom>
          </p:spPr>
        </p:pic>
        <p:sp>
          <p:nvSpPr>
            <p:cNvPr id="680" name="TextBox 679">
              <a:extLst>
                <a:ext uri="{FF2B5EF4-FFF2-40B4-BE49-F238E27FC236}">
                  <a16:creationId xmlns:a16="http://schemas.microsoft.com/office/drawing/2014/main" id="{48A1C671-96FE-CD4A-D76A-42694D586FA8}"/>
                </a:ext>
              </a:extLst>
            </p:cNvPr>
            <p:cNvSpPr txBox="1"/>
            <p:nvPr/>
          </p:nvSpPr>
          <p:spPr>
            <a:xfrm>
              <a:off x="1214759" y="131848"/>
              <a:ext cx="1185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Play</a:t>
              </a:r>
            </a:p>
          </p:txBody>
        </p:sp>
        <p:sp>
          <p:nvSpPr>
            <p:cNvPr id="681" name="TextBox 680">
              <a:extLst>
                <a:ext uri="{FF2B5EF4-FFF2-40B4-BE49-F238E27FC236}">
                  <a16:creationId xmlns:a16="http://schemas.microsoft.com/office/drawing/2014/main" id="{E6DCC786-A189-9B97-1B74-4DB0DCACF5C9}"/>
                </a:ext>
              </a:extLst>
            </p:cNvPr>
            <p:cNvSpPr txBox="1"/>
            <p:nvPr/>
          </p:nvSpPr>
          <p:spPr>
            <a:xfrm>
              <a:off x="1271740" y="358383"/>
              <a:ext cx="10819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⠏⠇⠁⠽</a:t>
              </a:r>
            </a:p>
          </p:txBody>
        </p:sp>
      </p:grpSp>
      <p:grpSp>
        <p:nvGrpSpPr>
          <p:cNvPr id="727" name="Group 726">
            <a:extLst>
              <a:ext uri="{FF2B5EF4-FFF2-40B4-BE49-F238E27FC236}">
                <a16:creationId xmlns:a16="http://schemas.microsoft.com/office/drawing/2014/main" id="{63C611C7-548D-9AFF-2F6C-CB445F77BEA2}"/>
              </a:ext>
            </a:extLst>
          </p:cNvPr>
          <p:cNvGrpSpPr/>
          <p:nvPr/>
        </p:nvGrpSpPr>
        <p:grpSpPr>
          <a:xfrm>
            <a:off x="2495441" y="6112651"/>
            <a:ext cx="1567016" cy="695758"/>
            <a:chOff x="5994131" y="80290"/>
            <a:chExt cx="1567016" cy="695758"/>
          </a:xfrm>
        </p:grpSpPr>
        <p:grpSp>
          <p:nvGrpSpPr>
            <p:cNvPr id="728" name="Group 727">
              <a:extLst>
                <a:ext uri="{FF2B5EF4-FFF2-40B4-BE49-F238E27FC236}">
                  <a16:creationId xmlns:a16="http://schemas.microsoft.com/office/drawing/2014/main" id="{4D0BADBF-C3FF-F268-03F6-EC68224E948D}"/>
                </a:ext>
              </a:extLst>
            </p:cNvPr>
            <p:cNvGrpSpPr/>
            <p:nvPr/>
          </p:nvGrpSpPr>
          <p:grpSpPr>
            <a:xfrm>
              <a:off x="5994131" y="114781"/>
              <a:ext cx="1567016" cy="632089"/>
              <a:chOff x="5109672" y="94061"/>
              <a:chExt cx="1567016" cy="632089"/>
            </a:xfrm>
          </p:grpSpPr>
          <p:sp>
            <p:nvSpPr>
              <p:cNvPr id="732" name="Rectangle 731">
                <a:extLst>
                  <a:ext uri="{FF2B5EF4-FFF2-40B4-BE49-F238E27FC236}">
                    <a16:creationId xmlns:a16="http://schemas.microsoft.com/office/drawing/2014/main" id="{B3D1DF28-4F20-B067-2087-0CAEDB4A95FB}"/>
                  </a:ext>
                </a:extLst>
              </p:cNvPr>
              <p:cNvSpPr/>
              <p:nvPr/>
            </p:nvSpPr>
            <p:spPr>
              <a:xfrm>
                <a:off x="5278477" y="94061"/>
                <a:ext cx="1390194" cy="632089"/>
              </a:xfrm>
              <a:prstGeom prst="rect">
                <a:avLst/>
              </a:prstGeom>
              <a:solidFill>
                <a:srgbClr val="FF0093"/>
              </a:solidFill>
              <a:ln>
                <a:solidFill>
                  <a:srgbClr val="FF00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3" name="Rectangle 732">
                <a:extLst>
                  <a:ext uri="{FF2B5EF4-FFF2-40B4-BE49-F238E27FC236}">
                    <a16:creationId xmlns:a16="http://schemas.microsoft.com/office/drawing/2014/main" id="{CC31E349-D0AD-1354-9A1A-EF810465E312}"/>
                  </a:ext>
                </a:extLst>
              </p:cNvPr>
              <p:cNvSpPr/>
              <p:nvPr/>
            </p:nvSpPr>
            <p:spPr>
              <a:xfrm>
                <a:off x="5109672" y="257105"/>
                <a:ext cx="168805" cy="302400"/>
              </a:xfrm>
              <a:prstGeom prst="rect">
                <a:avLst/>
              </a:prstGeom>
              <a:solidFill>
                <a:srgbClr val="FF0093"/>
              </a:solidFill>
              <a:ln>
                <a:solidFill>
                  <a:srgbClr val="FF00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4" name="Rectangle 733">
                <a:extLst>
                  <a:ext uri="{FF2B5EF4-FFF2-40B4-BE49-F238E27FC236}">
                    <a16:creationId xmlns:a16="http://schemas.microsoft.com/office/drawing/2014/main" id="{699F7E32-CC0F-032E-A02B-3E0FB5867736}"/>
                  </a:ext>
                </a:extLst>
              </p:cNvPr>
              <p:cNvSpPr/>
              <p:nvPr/>
            </p:nvSpPr>
            <p:spPr>
              <a:xfrm>
                <a:off x="5337929" y="122105"/>
                <a:ext cx="57600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5" name="Rectangle 734">
                <a:extLst>
                  <a:ext uri="{FF2B5EF4-FFF2-40B4-BE49-F238E27FC236}">
                    <a16:creationId xmlns:a16="http://schemas.microsoft.com/office/drawing/2014/main" id="{54F043E1-F57B-D85F-51BE-939D4BBDE064}"/>
                  </a:ext>
                </a:extLst>
              </p:cNvPr>
              <p:cNvSpPr/>
              <p:nvPr/>
            </p:nvSpPr>
            <p:spPr>
              <a:xfrm>
                <a:off x="5958051" y="122105"/>
                <a:ext cx="481249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6" name="Rectangle 735">
                <a:extLst>
                  <a:ext uri="{FF2B5EF4-FFF2-40B4-BE49-F238E27FC236}">
                    <a16:creationId xmlns:a16="http://schemas.microsoft.com/office/drawing/2014/main" id="{2DACE3BE-D07D-84D0-C97B-2CDEABEEB250}"/>
                  </a:ext>
                </a:extLst>
              </p:cNvPr>
              <p:cNvSpPr/>
              <p:nvPr/>
            </p:nvSpPr>
            <p:spPr>
              <a:xfrm>
                <a:off x="6507883" y="241402"/>
                <a:ext cx="168805" cy="3197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29" name="TextBox 728">
              <a:extLst>
                <a:ext uri="{FF2B5EF4-FFF2-40B4-BE49-F238E27FC236}">
                  <a16:creationId xmlns:a16="http://schemas.microsoft.com/office/drawing/2014/main" id="{2D5C7CE8-025E-EC83-8DF1-B409976C2E0A}"/>
                </a:ext>
              </a:extLst>
            </p:cNvPr>
            <p:cNvSpPr txBox="1"/>
            <p:nvPr/>
          </p:nvSpPr>
          <p:spPr>
            <a:xfrm>
              <a:off x="6887815" y="80290"/>
              <a:ext cx="384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5B9BD5"/>
                  </a:solidFill>
                  <a:latin typeface="Century Gothic" panose="020B0502020202020204" pitchFamily="34" charset="0"/>
                </a:rPr>
                <a:t>1</a:t>
              </a:r>
            </a:p>
          </p:txBody>
        </p:sp>
        <p:pic>
          <p:nvPicPr>
            <p:cNvPr id="730" name="Picture 729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A940EACA-054F-1D3E-C22C-4C17F10793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2921" t="54156" r="78036" b="8614"/>
            <a:stretch/>
          </p:blipFill>
          <p:spPr>
            <a:xfrm>
              <a:off x="6223452" y="161027"/>
              <a:ext cx="551555" cy="540000"/>
            </a:xfrm>
            <a:prstGeom prst="rect">
              <a:avLst/>
            </a:prstGeom>
          </p:spPr>
        </p:pic>
        <p:sp>
          <p:nvSpPr>
            <p:cNvPr id="731" name="TextBox 730">
              <a:extLst>
                <a:ext uri="{FF2B5EF4-FFF2-40B4-BE49-F238E27FC236}">
                  <a16:creationId xmlns:a16="http://schemas.microsoft.com/office/drawing/2014/main" id="{78AE07B3-7277-27C4-3CFA-CDD3FB7EBBAB}"/>
                </a:ext>
              </a:extLst>
            </p:cNvPr>
            <p:cNvSpPr txBox="1"/>
            <p:nvPr/>
          </p:nvSpPr>
          <p:spPr>
            <a:xfrm>
              <a:off x="6789100" y="314383"/>
              <a:ext cx="6435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Swell Braille" pitchFamily="49"/>
                </a:rPr>
                <a:t>#a</a:t>
              </a:r>
            </a:p>
          </p:txBody>
        </p:sp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0173B874-3C45-B164-DC62-A1E8E0A2508C}"/>
              </a:ext>
            </a:extLst>
          </p:cNvPr>
          <p:cNvGrpSpPr/>
          <p:nvPr/>
        </p:nvGrpSpPr>
        <p:grpSpPr>
          <a:xfrm>
            <a:off x="2497775" y="3444605"/>
            <a:ext cx="1567016" cy="695758"/>
            <a:chOff x="4127777" y="945827"/>
            <a:chExt cx="1567016" cy="695758"/>
          </a:xfrm>
        </p:grpSpPr>
        <p:grpSp>
          <p:nvGrpSpPr>
            <p:cNvPr id="738" name="Group 737">
              <a:extLst>
                <a:ext uri="{FF2B5EF4-FFF2-40B4-BE49-F238E27FC236}">
                  <a16:creationId xmlns:a16="http://schemas.microsoft.com/office/drawing/2014/main" id="{D6BAD3E8-F68C-A2F6-C464-C30870434E01}"/>
                </a:ext>
              </a:extLst>
            </p:cNvPr>
            <p:cNvGrpSpPr/>
            <p:nvPr/>
          </p:nvGrpSpPr>
          <p:grpSpPr>
            <a:xfrm>
              <a:off x="4127777" y="945827"/>
              <a:ext cx="1567016" cy="695758"/>
              <a:chOff x="5994131" y="80290"/>
              <a:chExt cx="1567016" cy="695758"/>
            </a:xfrm>
          </p:grpSpPr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4B8EDEDC-71C8-2EBC-9EE9-470DE9413889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43" name="Rectangle 742">
                  <a:extLst>
                    <a:ext uri="{FF2B5EF4-FFF2-40B4-BE49-F238E27FC236}">
                      <a16:creationId xmlns:a16="http://schemas.microsoft.com/office/drawing/2014/main" id="{44CC4383-237B-E1AF-5A58-0A16AD5D6328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4" name="Rectangle 743">
                  <a:extLst>
                    <a:ext uri="{FF2B5EF4-FFF2-40B4-BE49-F238E27FC236}">
                      <a16:creationId xmlns:a16="http://schemas.microsoft.com/office/drawing/2014/main" id="{5E78931B-EB09-D13F-207A-6DA7CA021AB2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5" name="Rectangle 744">
                  <a:extLst>
                    <a:ext uri="{FF2B5EF4-FFF2-40B4-BE49-F238E27FC236}">
                      <a16:creationId xmlns:a16="http://schemas.microsoft.com/office/drawing/2014/main" id="{A5EA569D-1C11-0284-28E8-EC33F59C771D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6" name="Rectangle 745">
                  <a:extLst>
                    <a:ext uri="{FF2B5EF4-FFF2-40B4-BE49-F238E27FC236}">
                      <a16:creationId xmlns:a16="http://schemas.microsoft.com/office/drawing/2014/main" id="{BF274A50-13CB-1850-E642-3D66F399B906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7" name="Rectangle 746">
                  <a:extLst>
                    <a:ext uri="{FF2B5EF4-FFF2-40B4-BE49-F238E27FC236}">
                      <a16:creationId xmlns:a16="http://schemas.microsoft.com/office/drawing/2014/main" id="{0160EA48-9391-6212-CAE1-F2F14A5A5948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41" name="TextBox 740">
                <a:extLst>
                  <a:ext uri="{FF2B5EF4-FFF2-40B4-BE49-F238E27FC236}">
                    <a16:creationId xmlns:a16="http://schemas.microsoft.com/office/drawing/2014/main" id="{2C3C8039-A512-F180-FC71-0E25CF7C5A70}"/>
                  </a:ext>
                </a:extLst>
              </p:cNvPr>
              <p:cNvSpPr txBox="1"/>
              <p:nvPr/>
            </p:nvSpPr>
            <p:spPr>
              <a:xfrm>
                <a:off x="6892158" y="80290"/>
                <a:ext cx="38456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2</a:t>
                </a:r>
              </a:p>
            </p:txBody>
          </p:sp>
          <p:sp>
            <p:nvSpPr>
              <p:cNvPr id="742" name="TextBox 741">
                <a:extLst>
                  <a:ext uri="{FF2B5EF4-FFF2-40B4-BE49-F238E27FC236}">
                    <a16:creationId xmlns:a16="http://schemas.microsoft.com/office/drawing/2014/main" id="{6CB4902E-CFC2-A187-4ECF-99A9A523FA8A}"/>
                  </a:ext>
                </a:extLst>
              </p:cNvPr>
              <p:cNvSpPr txBox="1"/>
              <p:nvPr/>
            </p:nvSpPr>
            <p:spPr>
              <a:xfrm>
                <a:off x="678910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#b</a:t>
                </a:r>
              </a:p>
            </p:txBody>
          </p:sp>
        </p:grpSp>
        <p:pic>
          <p:nvPicPr>
            <p:cNvPr id="739" name="Picture 738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1FBE247A-9AD9-3413-6970-2F7B0CEA63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24067" t="54156" r="66890" b="8614"/>
            <a:stretch/>
          </p:blipFill>
          <p:spPr>
            <a:xfrm>
              <a:off x="4363249" y="1036455"/>
              <a:ext cx="551555" cy="540000"/>
            </a:xfrm>
            <a:prstGeom prst="rect">
              <a:avLst/>
            </a:prstGeom>
          </p:spPr>
        </p:pic>
      </p:grpSp>
      <p:grpSp>
        <p:nvGrpSpPr>
          <p:cNvPr id="748" name="Group 747">
            <a:extLst>
              <a:ext uri="{FF2B5EF4-FFF2-40B4-BE49-F238E27FC236}">
                <a16:creationId xmlns:a16="http://schemas.microsoft.com/office/drawing/2014/main" id="{E01A7367-D44A-0200-06C9-281301972029}"/>
              </a:ext>
            </a:extLst>
          </p:cNvPr>
          <p:cNvGrpSpPr/>
          <p:nvPr/>
        </p:nvGrpSpPr>
        <p:grpSpPr>
          <a:xfrm>
            <a:off x="2501294" y="4122712"/>
            <a:ext cx="1567016" cy="695758"/>
            <a:chOff x="3725622" y="973737"/>
            <a:chExt cx="1567016" cy="695758"/>
          </a:xfrm>
        </p:grpSpPr>
        <p:grpSp>
          <p:nvGrpSpPr>
            <p:cNvPr id="749" name="Group 748">
              <a:extLst>
                <a:ext uri="{FF2B5EF4-FFF2-40B4-BE49-F238E27FC236}">
                  <a16:creationId xmlns:a16="http://schemas.microsoft.com/office/drawing/2014/main" id="{73E325D7-C7F2-1E98-F1E5-D585FEEDCAAB}"/>
                </a:ext>
              </a:extLst>
            </p:cNvPr>
            <p:cNvGrpSpPr/>
            <p:nvPr/>
          </p:nvGrpSpPr>
          <p:grpSpPr>
            <a:xfrm>
              <a:off x="3725622" y="973737"/>
              <a:ext cx="1567016" cy="695758"/>
              <a:chOff x="5994131" y="80290"/>
              <a:chExt cx="1567016" cy="695758"/>
            </a:xfrm>
          </p:grpSpPr>
          <p:grpSp>
            <p:nvGrpSpPr>
              <p:cNvPr id="751" name="Group 750">
                <a:extLst>
                  <a:ext uri="{FF2B5EF4-FFF2-40B4-BE49-F238E27FC236}">
                    <a16:creationId xmlns:a16="http://schemas.microsoft.com/office/drawing/2014/main" id="{21C5219E-1E82-AC4A-15CF-D96F93DDE0F5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BF130F6D-1FA6-3E83-6295-A65539180F19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5" name="Rectangle 754">
                  <a:extLst>
                    <a:ext uri="{FF2B5EF4-FFF2-40B4-BE49-F238E27FC236}">
                      <a16:creationId xmlns:a16="http://schemas.microsoft.com/office/drawing/2014/main" id="{4330DC0B-44AF-6591-EE2C-520AC4C67A9E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6" name="Rectangle 755">
                  <a:extLst>
                    <a:ext uri="{FF2B5EF4-FFF2-40B4-BE49-F238E27FC236}">
                      <a16:creationId xmlns:a16="http://schemas.microsoft.com/office/drawing/2014/main" id="{CDEADDED-4125-8156-E3AC-A856B4C23F4D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7" name="Rectangle 756">
                  <a:extLst>
                    <a:ext uri="{FF2B5EF4-FFF2-40B4-BE49-F238E27FC236}">
                      <a16:creationId xmlns:a16="http://schemas.microsoft.com/office/drawing/2014/main" id="{FB7487E2-05E9-D33F-25B6-09307AAD1EAD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8" name="Rectangle 757">
                  <a:extLst>
                    <a:ext uri="{FF2B5EF4-FFF2-40B4-BE49-F238E27FC236}">
                      <a16:creationId xmlns:a16="http://schemas.microsoft.com/office/drawing/2014/main" id="{CD1FC069-3EB2-B068-726C-F07CE687416E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2" name="TextBox 751">
                <a:extLst>
                  <a:ext uri="{FF2B5EF4-FFF2-40B4-BE49-F238E27FC236}">
                    <a16:creationId xmlns:a16="http://schemas.microsoft.com/office/drawing/2014/main" id="{DB475B87-8144-BCA8-EC39-08310EA5D4AE}"/>
                  </a:ext>
                </a:extLst>
              </p:cNvPr>
              <p:cNvSpPr txBox="1"/>
              <p:nvPr/>
            </p:nvSpPr>
            <p:spPr>
              <a:xfrm>
                <a:off x="6862081" y="80290"/>
                <a:ext cx="4425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3</a:t>
                </a:r>
              </a:p>
            </p:txBody>
          </p:sp>
          <p:sp>
            <p:nvSpPr>
              <p:cNvPr id="753" name="TextBox 752">
                <a:extLst>
                  <a:ext uri="{FF2B5EF4-FFF2-40B4-BE49-F238E27FC236}">
                    <a16:creationId xmlns:a16="http://schemas.microsoft.com/office/drawing/2014/main" id="{5DE71490-3590-C273-6BA5-66D57518E6C7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#c</a:t>
                </a:r>
              </a:p>
            </p:txBody>
          </p:sp>
        </p:grpSp>
        <p:pic>
          <p:nvPicPr>
            <p:cNvPr id="750" name="Picture 749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9A2F91ED-0C99-0089-733C-BEDD65E5EA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34870" t="54156" r="55637" b="8614"/>
            <a:stretch/>
          </p:blipFill>
          <p:spPr>
            <a:xfrm>
              <a:off x="3965418" y="1068541"/>
              <a:ext cx="540000" cy="503627"/>
            </a:xfrm>
            <a:prstGeom prst="rect">
              <a:avLst/>
            </a:prstGeom>
          </p:spPr>
        </p:pic>
      </p:grpSp>
      <p:grpSp>
        <p:nvGrpSpPr>
          <p:cNvPr id="759" name="Group 758">
            <a:extLst>
              <a:ext uri="{FF2B5EF4-FFF2-40B4-BE49-F238E27FC236}">
                <a16:creationId xmlns:a16="http://schemas.microsoft.com/office/drawing/2014/main" id="{53B2C8E8-0230-7AAE-25F5-3FB7B4B73A83}"/>
              </a:ext>
            </a:extLst>
          </p:cNvPr>
          <p:cNvGrpSpPr/>
          <p:nvPr/>
        </p:nvGrpSpPr>
        <p:grpSpPr>
          <a:xfrm>
            <a:off x="2497582" y="4788262"/>
            <a:ext cx="1567016" cy="695758"/>
            <a:chOff x="5794388" y="1542034"/>
            <a:chExt cx="1567016" cy="695758"/>
          </a:xfrm>
        </p:grpSpPr>
        <p:grpSp>
          <p:nvGrpSpPr>
            <p:cNvPr id="760" name="Group 759">
              <a:extLst>
                <a:ext uri="{FF2B5EF4-FFF2-40B4-BE49-F238E27FC236}">
                  <a16:creationId xmlns:a16="http://schemas.microsoft.com/office/drawing/2014/main" id="{06E37472-1F9E-E643-69EE-96AB6858679D}"/>
                </a:ext>
              </a:extLst>
            </p:cNvPr>
            <p:cNvGrpSpPr/>
            <p:nvPr/>
          </p:nvGrpSpPr>
          <p:grpSpPr>
            <a:xfrm>
              <a:off x="5794388" y="1542034"/>
              <a:ext cx="1567016" cy="695758"/>
              <a:chOff x="5994131" y="80290"/>
              <a:chExt cx="1567016" cy="695758"/>
            </a:xfrm>
          </p:grpSpPr>
          <p:grpSp>
            <p:nvGrpSpPr>
              <p:cNvPr id="762" name="Group 761">
                <a:extLst>
                  <a:ext uri="{FF2B5EF4-FFF2-40B4-BE49-F238E27FC236}">
                    <a16:creationId xmlns:a16="http://schemas.microsoft.com/office/drawing/2014/main" id="{8D7F599A-8402-39BE-7B1D-518B78564959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65" name="Rectangle 764">
                  <a:extLst>
                    <a:ext uri="{FF2B5EF4-FFF2-40B4-BE49-F238E27FC236}">
                      <a16:creationId xmlns:a16="http://schemas.microsoft.com/office/drawing/2014/main" id="{270EEE02-6132-EF0D-040F-6D5AE28B3EF2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6" name="Rectangle 765">
                  <a:extLst>
                    <a:ext uri="{FF2B5EF4-FFF2-40B4-BE49-F238E27FC236}">
                      <a16:creationId xmlns:a16="http://schemas.microsoft.com/office/drawing/2014/main" id="{DEDA74E0-A799-75EC-F14F-5018777EB322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7" name="Rectangle 766">
                  <a:extLst>
                    <a:ext uri="{FF2B5EF4-FFF2-40B4-BE49-F238E27FC236}">
                      <a16:creationId xmlns:a16="http://schemas.microsoft.com/office/drawing/2014/main" id="{8542DFCD-D01A-DCFC-52D5-725644620879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1D8A269D-01E7-556F-4E36-65AB26F0E145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9" name="Rectangle 768">
                  <a:extLst>
                    <a:ext uri="{FF2B5EF4-FFF2-40B4-BE49-F238E27FC236}">
                      <a16:creationId xmlns:a16="http://schemas.microsoft.com/office/drawing/2014/main" id="{74A54A08-0886-9F97-8188-491F489F70B1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63" name="TextBox 762">
                <a:extLst>
                  <a:ext uri="{FF2B5EF4-FFF2-40B4-BE49-F238E27FC236}">
                    <a16:creationId xmlns:a16="http://schemas.microsoft.com/office/drawing/2014/main" id="{232D074C-A87E-6771-E155-794EACEE5465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4</a:t>
                </a:r>
              </a:p>
            </p:txBody>
          </p:sp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7C81D84B-0927-9A1F-67DB-08737BC70AAC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#d</a:t>
                </a:r>
              </a:p>
            </p:txBody>
          </p:sp>
        </p:grpSp>
        <p:pic>
          <p:nvPicPr>
            <p:cNvPr id="761" name="Picture 760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817758C0-56D5-D728-FAEF-1D978DDEB3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45766" t="54156" r="44972" b="8614"/>
            <a:stretch/>
          </p:blipFill>
          <p:spPr>
            <a:xfrm>
              <a:off x="6026383" y="1633829"/>
              <a:ext cx="540000" cy="516195"/>
            </a:xfrm>
            <a:prstGeom prst="rect">
              <a:avLst/>
            </a:prstGeom>
          </p:spPr>
        </p:pic>
      </p:grpSp>
      <p:grpSp>
        <p:nvGrpSpPr>
          <p:cNvPr id="770" name="Group 769">
            <a:extLst>
              <a:ext uri="{FF2B5EF4-FFF2-40B4-BE49-F238E27FC236}">
                <a16:creationId xmlns:a16="http://schemas.microsoft.com/office/drawing/2014/main" id="{CEC9314E-78D1-869D-5122-67136CA68D9F}"/>
              </a:ext>
            </a:extLst>
          </p:cNvPr>
          <p:cNvGrpSpPr/>
          <p:nvPr/>
        </p:nvGrpSpPr>
        <p:grpSpPr>
          <a:xfrm>
            <a:off x="2497582" y="5444966"/>
            <a:ext cx="1567016" cy="695758"/>
            <a:chOff x="3335290" y="3258606"/>
            <a:chExt cx="1567016" cy="695758"/>
          </a:xfrm>
        </p:grpSpPr>
        <p:grpSp>
          <p:nvGrpSpPr>
            <p:cNvPr id="771" name="Group 770">
              <a:extLst>
                <a:ext uri="{FF2B5EF4-FFF2-40B4-BE49-F238E27FC236}">
                  <a16:creationId xmlns:a16="http://schemas.microsoft.com/office/drawing/2014/main" id="{97F7923F-281A-0CDF-6D13-37F54F023810}"/>
                </a:ext>
              </a:extLst>
            </p:cNvPr>
            <p:cNvGrpSpPr/>
            <p:nvPr/>
          </p:nvGrpSpPr>
          <p:grpSpPr>
            <a:xfrm>
              <a:off x="3335290" y="3258606"/>
              <a:ext cx="1567016" cy="695758"/>
              <a:chOff x="5994131" y="80290"/>
              <a:chExt cx="1567016" cy="695758"/>
            </a:xfrm>
          </p:grpSpPr>
          <p:grpSp>
            <p:nvGrpSpPr>
              <p:cNvPr id="773" name="Group 772">
                <a:extLst>
                  <a:ext uri="{FF2B5EF4-FFF2-40B4-BE49-F238E27FC236}">
                    <a16:creationId xmlns:a16="http://schemas.microsoft.com/office/drawing/2014/main" id="{035C03E6-D2B9-66A6-162B-B564A35B7A1D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2B0576E8-8894-8B26-4B98-7CC2B303D551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7" name="Rectangle 776">
                  <a:extLst>
                    <a:ext uri="{FF2B5EF4-FFF2-40B4-BE49-F238E27FC236}">
                      <a16:creationId xmlns:a16="http://schemas.microsoft.com/office/drawing/2014/main" id="{B1B0A144-8B49-5EC3-E4BB-E13C9017ED6E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C107B2C5-C038-0E58-ED43-8E8180962753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9" name="Rectangle 778">
                  <a:extLst>
                    <a:ext uri="{FF2B5EF4-FFF2-40B4-BE49-F238E27FC236}">
                      <a16:creationId xmlns:a16="http://schemas.microsoft.com/office/drawing/2014/main" id="{D00C320E-8605-45B6-DB11-56FCA13CDC24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6B03DF8D-51D4-6E5B-5FB9-1A2B9CFB5A61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74" name="TextBox 773">
                <a:extLst>
                  <a:ext uri="{FF2B5EF4-FFF2-40B4-BE49-F238E27FC236}">
                    <a16:creationId xmlns:a16="http://schemas.microsoft.com/office/drawing/2014/main" id="{0AD6C08E-48CB-A132-367F-3F95C190C386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5</a:t>
                </a:r>
              </a:p>
            </p:txBody>
          </p:sp>
          <p:sp>
            <p:nvSpPr>
              <p:cNvPr id="775" name="TextBox 774">
                <a:extLst>
                  <a:ext uri="{FF2B5EF4-FFF2-40B4-BE49-F238E27FC236}">
                    <a16:creationId xmlns:a16="http://schemas.microsoft.com/office/drawing/2014/main" id="{B5AF6AA3-CE5D-B588-4638-CAA47413D087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#e</a:t>
                </a:r>
              </a:p>
            </p:txBody>
          </p:sp>
        </p:grpSp>
        <p:pic>
          <p:nvPicPr>
            <p:cNvPr id="772" name="Picture 771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078AD609-6846-26E9-4AAD-8DAC3D189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56919" t="54156" r="33819" b="8614"/>
            <a:stretch/>
          </p:blipFill>
          <p:spPr>
            <a:xfrm>
              <a:off x="3576657" y="3351596"/>
              <a:ext cx="540000" cy="516196"/>
            </a:xfrm>
            <a:prstGeom prst="rect">
              <a:avLst/>
            </a:prstGeom>
          </p:spPr>
        </p:pic>
      </p:grpSp>
      <p:grpSp>
        <p:nvGrpSpPr>
          <p:cNvPr id="781" name="Group 780">
            <a:extLst>
              <a:ext uri="{FF2B5EF4-FFF2-40B4-BE49-F238E27FC236}">
                <a16:creationId xmlns:a16="http://schemas.microsoft.com/office/drawing/2014/main" id="{5AC0211F-0E10-C5A7-8DFD-DE5CA8E528F6}"/>
              </a:ext>
            </a:extLst>
          </p:cNvPr>
          <p:cNvGrpSpPr/>
          <p:nvPr/>
        </p:nvGrpSpPr>
        <p:grpSpPr>
          <a:xfrm>
            <a:off x="3145124" y="803137"/>
            <a:ext cx="1567016" cy="695758"/>
            <a:chOff x="5684219" y="3079399"/>
            <a:chExt cx="1567016" cy="695758"/>
          </a:xfrm>
        </p:grpSpPr>
        <p:grpSp>
          <p:nvGrpSpPr>
            <p:cNvPr id="782" name="Group 781">
              <a:extLst>
                <a:ext uri="{FF2B5EF4-FFF2-40B4-BE49-F238E27FC236}">
                  <a16:creationId xmlns:a16="http://schemas.microsoft.com/office/drawing/2014/main" id="{841ACA55-6473-9D9F-6CBF-9F06E20A3D77}"/>
                </a:ext>
              </a:extLst>
            </p:cNvPr>
            <p:cNvGrpSpPr/>
            <p:nvPr/>
          </p:nvGrpSpPr>
          <p:grpSpPr>
            <a:xfrm>
              <a:off x="5684219" y="3079399"/>
              <a:ext cx="1567016" cy="695758"/>
              <a:chOff x="5994131" y="80290"/>
              <a:chExt cx="1567016" cy="695758"/>
            </a:xfrm>
          </p:grpSpPr>
          <p:grpSp>
            <p:nvGrpSpPr>
              <p:cNvPr id="784" name="Group 783">
                <a:extLst>
                  <a:ext uri="{FF2B5EF4-FFF2-40B4-BE49-F238E27FC236}">
                    <a16:creationId xmlns:a16="http://schemas.microsoft.com/office/drawing/2014/main" id="{2223C932-BCB0-7F3A-166A-24146B0EE343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87" name="Rectangle 786">
                  <a:extLst>
                    <a:ext uri="{FF2B5EF4-FFF2-40B4-BE49-F238E27FC236}">
                      <a16:creationId xmlns:a16="http://schemas.microsoft.com/office/drawing/2014/main" id="{2DECF7C7-E91E-369B-B4AF-63D109B899F0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8" name="Rectangle 787">
                  <a:extLst>
                    <a:ext uri="{FF2B5EF4-FFF2-40B4-BE49-F238E27FC236}">
                      <a16:creationId xmlns:a16="http://schemas.microsoft.com/office/drawing/2014/main" id="{26784669-9D63-FF71-EB70-BF95CDA40EF5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9" name="Rectangle 788">
                  <a:extLst>
                    <a:ext uri="{FF2B5EF4-FFF2-40B4-BE49-F238E27FC236}">
                      <a16:creationId xmlns:a16="http://schemas.microsoft.com/office/drawing/2014/main" id="{5C6A45F9-D6E9-E03C-90F2-B90AFC9FAE7C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0" name="Rectangle 789">
                  <a:extLst>
                    <a:ext uri="{FF2B5EF4-FFF2-40B4-BE49-F238E27FC236}">
                      <a16:creationId xmlns:a16="http://schemas.microsoft.com/office/drawing/2014/main" id="{B22E8F0D-BDE1-36B4-21DB-FCC6C796B994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1" name="Rectangle 790">
                  <a:extLst>
                    <a:ext uri="{FF2B5EF4-FFF2-40B4-BE49-F238E27FC236}">
                      <a16:creationId xmlns:a16="http://schemas.microsoft.com/office/drawing/2014/main" id="{68E91D74-3223-71D2-47C9-E2BBE3BB6185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5" name="TextBox 784">
                <a:extLst>
                  <a:ext uri="{FF2B5EF4-FFF2-40B4-BE49-F238E27FC236}">
                    <a16:creationId xmlns:a16="http://schemas.microsoft.com/office/drawing/2014/main" id="{8062175B-501A-8A8D-38AA-4B3A8470C18E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6</a:t>
                </a:r>
              </a:p>
            </p:txBody>
          </p:sp>
          <p:sp>
            <p:nvSpPr>
              <p:cNvPr id="786" name="TextBox 785">
                <a:extLst>
                  <a:ext uri="{FF2B5EF4-FFF2-40B4-BE49-F238E27FC236}">
                    <a16:creationId xmlns:a16="http://schemas.microsoft.com/office/drawing/2014/main" id="{758092F6-53A9-4447-A0C5-797AC38CC3E0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#f</a:t>
                </a:r>
              </a:p>
            </p:txBody>
          </p:sp>
        </p:grpSp>
        <p:pic>
          <p:nvPicPr>
            <p:cNvPr id="783" name="Picture 782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B0849FB2-4E66-2721-B51B-81B2092CF9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67933" t="54156" r="22805" b="8614"/>
            <a:stretch/>
          </p:blipFill>
          <p:spPr>
            <a:xfrm>
              <a:off x="5924382" y="3183210"/>
              <a:ext cx="540000" cy="516196"/>
            </a:xfrm>
            <a:prstGeom prst="rect">
              <a:avLst/>
            </a:prstGeom>
          </p:spPr>
        </p:pic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764862A8-3C59-766D-40C7-FB1435725721}"/>
              </a:ext>
            </a:extLst>
          </p:cNvPr>
          <p:cNvGrpSpPr/>
          <p:nvPr/>
        </p:nvGrpSpPr>
        <p:grpSpPr>
          <a:xfrm>
            <a:off x="2480599" y="2128282"/>
            <a:ext cx="1567016" cy="695758"/>
            <a:chOff x="5446831" y="3767355"/>
            <a:chExt cx="1567016" cy="695758"/>
          </a:xfrm>
        </p:grpSpPr>
        <p:grpSp>
          <p:nvGrpSpPr>
            <p:cNvPr id="793" name="Group 792">
              <a:extLst>
                <a:ext uri="{FF2B5EF4-FFF2-40B4-BE49-F238E27FC236}">
                  <a16:creationId xmlns:a16="http://schemas.microsoft.com/office/drawing/2014/main" id="{431F80DB-0943-02E7-B2C5-CDDEF06B9F30}"/>
                </a:ext>
              </a:extLst>
            </p:cNvPr>
            <p:cNvGrpSpPr/>
            <p:nvPr/>
          </p:nvGrpSpPr>
          <p:grpSpPr>
            <a:xfrm>
              <a:off x="5446831" y="3767355"/>
              <a:ext cx="1567016" cy="695758"/>
              <a:chOff x="5994131" y="80290"/>
              <a:chExt cx="1567016" cy="695758"/>
            </a:xfrm>
          </p:grpSpPr>
          <p:grpSp>
            <p:nvGrpSpPr>
              <p:cNvPr id="795" name="Group 794">
                <a:extLst>
                  <a:ext uri="{FF2B5EF4-FFF2-40B4-BE49-F238E27FC236}">
                    <a16:creationId xmlns:a16="http://schemas.microsoft.com/office/drawing/2014/main" id="{337B7FFD-12A7-7094-4F76-7BDDCB300E51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798" name="Rectangle 797">
                  <a:extLst>
                    <a:ext uri="{FF2B5EF4-FFF2-40B4-BE49-F238E27FC236}">
                      <a16:creationId xmlns:a16="http://schemas.microsoft.com/office/drawing/2014/main" id="{FF4702E3-88FC-E13E-1C66-A594D684C0FB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9" name="Rectangle 798">
                  <a:extLst>
                    <a:ext uri="{FF2B5EF4-FFF2-40B4-BE49-F238E27FC236}">
                      <a16:creationId xmlns:a16="http://schemas.microsoft.com/office/drawing/2014/main" id="{2496279B-F831-43B0-AB23-8B7CD77A220F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0" name="Rectangle 799">
                  <a:extLst>
                    <a:ext uri="{FF2B5EF4-FFF2-40B4-BE49-F238E27FC236}">
                      <a16:creationId xmlns:a16="http://schemas.microsoft.com/office/drawing/2014/main" id="{076FF908-8CAF-C77C-311A-6281888730EA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1" name="Rectangle 800">
                  <a:extLst>
                    <a:ext uri="{FF2B5EF4-FFF2-40B4-BE49-F238E27FC236}">
                      <a16:creationId xmlns:a16="http://schemas.microsoft.com/office/drawing/2014/main" id="{A7992E0B-4658-9550-2E7A-ED54E21E2509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2" name="Rectangle 801">
                  <a:extLst>
                    <a:ext uri="{FF2B5EF4-FFF2-40B4-BE49-F238E27FC236}">
                      <a16:creationId xmlns:a16="http://schemas.microsoft.com/office/drawing/2014/main" id="{EE322A2C-E885-8456-CECB-C30617B551D9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96" name="TextBox 795">
                <a:extLst>
                  <a:ext uri="{FF2B5EF4-FFF2-40B4-BE49-F238E27FC236}">
                    <a16:creationId xmlns:a16="http://schemas.microsoft.com/office/drawing/2014/main" id="{0EEE10FB-E9C3-7D70-6FEF-1C29A393FEBB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7</a:t>
                </a:r>
              </a:p>
            </p:txBody>
          </p:sp>
          <p:sp>
            <p:nvSpPr>
              <p:cNvPr id="797" name="TextBox 796">
                <a:extLst>
                  <a:ext uri="{FF2B5EF4-FFF2-40B4-BE49-F238E27FC236}">
                    <a16:creationId xmlns:a16="http://schemas.microsoft.com/office/drawing/2014/main" id="{F9BF3178-F1DF-93BB-3347-0CF2A04BE479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#g</a:t>
                </a:r>
              </a:p>
            </p:txBody>
          </p:sp>
        </p:grpSp>
        <p:pic>
          <p:nvPicPr>
            <p:cNvPr id="794" name="Picture 793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70EC7F3E-C042-EDF5-ABFC-3EE0D59882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78840" t="54156" r="11898" b="8614"/>
            <a:stretch/>
          </p:blipFill>
          <p:spPr>
            <a:xfrm>
              <a:off x="5688198" y="3854875"/>
              <a:ext cx="540000" cy="516196"/>
            </a:xfrm>
            <a:prstGeom prst="rect">
              <a:avLst/>
            </a:prstGeom>
          </p:spPr>
        </p:pic>
      </p:grpSp>
      <p:grpSp>
        <p:nvGrpSpPr>
          <p:cNvPr id="848" name="Group 847">
            <a:extLst>
              <a:ext uri="{FF2B5EF4-FFF2-40B4-BE49-F238E27FC236}">
                <a16:creationId xmlns:a16="http://schemas.microsoft.com/office/drawing/2014/main" id="{E88EB8F6-3892-319D-BBF4-A831A7AA1A20}"/>
              </a:ext>
            </a:extLst>
          </p:cNvPr>
          <p:cNvGrpSpPr/>
          <p:nvPr/>
        </p:nvGrpSpPr>
        <p:grpSpPr>
          <a:xfrm>
            <a:off x="303601" y="1305479"/>
            <a:ext cx="2802310" cy="861918"/>
            <a:chOff x="417645" y="919839"/>
            <a:chExt cx="2802310" cy="861918"/>
          </a:xfrm>
        </p:grpSpPr>
        <p:grpSp>
          <p:nvGrpSpPr>
            <p:cNvPr id="849" name="Group 848">
              <a:extLst>
                <a:ext uri="{FF2B5EF4-FFF2-40B4-BE49-F238E27FC236}">
                  <a16:creationId xmlns:a16="http://schemas.microsoft.com/office/drawing/2014/main" id="{66EDC1B8-D1A8-1240-0B60-35A8F0EA2CAF}"/>
                </a:ext>
              </a:extLst>
            </p:cNvPr>
            <p:cNvGrpSpPr/>
            <p:nvPr/>
          </p:nvGrpSpPr>
          <p:grpSpPr>
            <a:xfrm>
              <a:off x="417645" y="919839"/>
              <a:ext cx="2802310" cy="828504"/>
              <a:chOff x="2357991" y="3837400"/>
              <a:chExt cx="2802310" cy="828504"/>
            </a:xfrm>
          </p:grpSpPr>
          <p:sp>
            <p:nvSpPr>
              <p:cNvPr id="855" name="Chevron 854">
                <a:extLst>
                  <a:ext uri="{FF2B5EF4-FFF2-40B4-BE49-F238E27FC236}">
                    <a16:creationId xmlns:a16="http://schemas.microsoft.com/office/drawing/2014/main" id="{5E2B28F8-FA8A-3AEA-9158-CBBA5A151374}"/>
                  </a:ext>
                </a:extLst>
              </p:cNvPr>
              <p:cNvSpPr/>
              <p:nvPr/>
            </p:nvSpPr>
            <p:spPr>
              <a:xfrm rot="10800000">
                <a:off x="2588672" y="4028529"/>
                <a:ext cx="2571629" cy="637375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56" name="Chevron 855">
                <a:extLst>
                  <a:ext uri="{FF2B5EF4-FFF2-40B4-BE49-F238E27FC236}">
                    <a16:creationId xmlns:a16="http://schemas.microsoft.com/office/drawing/2014/main" id="{7293218C-D007-4267-31EE-C47093CCF72E}"/>
                  </a:ext>
                </a:extLst>
              </p:cNvPr>
              <p:cNvSpPr/>
              <p:nvPr/>
            </p:nvSpPr>
            <p:spPr>
              <a:xfrm rot="16200000">
                <a:off x="2267939" y="3927456"/>
                <a:ext cx="797817" cy="617706"/>
              </a:xfrm>
              <a:prstGeom prst="chevron">
                <a:avLst>
                  <a:gd name="adj" fmla="val 30898"/>
                </a:avLst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57" name="Rectangle 856">
                <a:extLst>
                  <a:ext uri="{FF2B5EF4-FFF2-40B4-BE49-F238E27FC236}">
                    <a16:creationId xmlns:a16="http://schemas.microsoft.com/office/drawing/2014/main" id="{A101BD62-ED42-FCFC-9D5A-E61CB69E41C4}"/>
                  </a:ext>
                </a:extLst>
              </p:cNvPr>
              <p:cNvSpPr/>
              <p:nvPr/>
            </p:nvSpPr>
            <p:spPr>
              <a:xfrm rot="5400000">
                <a:off x="2536151" y="4117142"/>
                <a:ext cx="369937" cy="72625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8" name="Rectangle 857">
                <a:extLst>
                  <a:ext uri="{FF2B5EF4-FFF2-40B4-BE49-F238E27FC236}">
                    <a16:creationId xmlns:a16="http://schemas.microsoft.com/office/drawing/2014/main" id="{62EF4D53-076A-F69E-8BF0-46ECA34070A5}"/>
                  </a:ext>
                </a:extLst>
              </p:cNvPr>
              <p:cNvSpPr/>
              <p:nvPr/>
            </p:nvSpPr>
            <p:spPr>
              <a:xfrm rot="5400000">
                <a:off x="2382844" y="4059217"/>
                <a:ext cx="576000" cy="576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50" name="Group 849">
              <a:extLst>
                <a:ext uri="{FF2B5EF4-FFF2-40B4-BE49-F238E27FC236}">
                  <a16:creationId xmlns:a16="http://schemas.microsoft.com/office/drawing/2014/main" id="{94B3D6F2-5F12-0991-D82B-D1BD6FB6CBD1}"/>
                </a:ext>
              </a:extLst>
            </p:cNvPr>
            <p:cNvGrpSpPr/>
            <p:nvPr/>
          </p:nvGrpSpPr>
          <p:grpSpPr>
            <a:xfrm>
              <a:off x="453632" y="1088853"/>
              <a:ext cx="2505182" cy="692904"/>
              <a:chOff x="453632" y="1088853"/>
              <a:chExt cx="2505182" cy="692904"/>
            </a:xfrm>
          </p:grpSpPr>
          <p:pic>
            <p:nvPicPr>
              <p:cNvPr id="851" name="Picture 850" descr="Circle&#10;&#10;Description automatically generated with medium confidence">
                <a:extLst>
                  <a:ext uri="{FF2B5EF4-FFF2-40B4-BE49-F238E27FC236}">
                    <a16:creationId xmlns:a16="http://schemas.microsoft.com/office/drawing/2014/main" id="{F1316DD0-B74B-5194-5DC5-CF9D0A1444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rcRect l="35280" t="8062" r="56004" b="54099"/>
              <a:stretch/>
            </p:blipFill>
            <p:spPr>
              <a:xfrm rot="5400000">
                <a:off x="462122" y="1160066"/>
                <a:ext cx="523020" cy="540000"/>
              </a:xfrm>
              <a:prstGeom prst="rect">
                <a:avLst/>
              </a:prstGeom>
            </p:spPr>
          </p:pic>
          <p:sp>
            <p:nvSpPr>
              <p:cNvPr id="852" name="Rectangle 851">
                <a:extLst>
                  <a:ext uri="{FF2B5EF4-FFF2-40B4-BE49-F238E27FC236}">
                    <a16:creationId xmlns:a16="http://schemas.microsoft.com/office/drawing/2014/main" id="{84608C39-9125-A308-C548-3AF578ADB50B}"/>
                  </a:ext>
                </a:extLst>
              </p:cNvPr>
              <p:cNvSpPr/>
              <p:nvPr/>
            </p:nvSpPr>
            <p:spPr>
              <a:xfrm>
                <a:off x="1049724" y="1144995"/>
                <a:ext cx="1882209" cy="5689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3" name="TextBox 852">
                <a:extLst>
                  <a:ext uri="{FF2B5EF4-FFF2-40B4-BE49-F238E27FC236}">
                    <a16:creationId xmlns:a16="http://schemas.microsoft.com/office/drawing/2014/main" id="{503B5A61-C647-508A-229A-239230BE8C87}"/>
                  </a:ext>
                </a:extLst>
              </p:cNvPr>
              <p:cNvSpPr txBox="1"/>
              <p:nvPr/>
            </p:nvSpPr>
            <p:spPr>
              <a:xfrm>
                <a:off x="1200941" y="1088853"/>
                <a:ext cx="1573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End Loop</a:t>
                </a:r>
              </a:p>
            </p:txBody>
          </p:sp>
          <p:sp>
            <p:nvSpPr>
              <p:cNvPr id="854" name="TextBox 853">
                <a:extLst>
                  <a:ext uri="{FF2B5EF4-FFF2-40B4-BE49-F238E27FC236}">
                    <a16:creationId xmlns:a16="http://schemas.microsoft.com/office/drawing/2014/main" id="{DAAAEAC9-88B2-7520-4C8B-08017A671D9B}"/>
                  </a:ext>
                </a:extLst>
              </p:cNvPr>
              <p:cNvSpPr txBox="1"/>
              <p:nvPr/>
            </p:nvSpPr>
            <p:spPr>
              <a:xfrm>
                <a:off x="1007078" y="1320092"/>
                <a:ext cx="1951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⠑⠝⠙ ⠇⠕⠕⠏</a:t>
                </a:r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9A28201-0F9B-2037-5B2E-EBC669FC53E2}"/>
              </a:ext>
            </a:extLst>
          </p:cNvPr>
          <p:cNvGrpSpPr/>
          <p:nvPr/>
        </p:nvGrpSpPr>
        <p:grpSpPr>
          <a:xfrm>
            <a:off x="2482741" y="2795125"/>
            <a:ext cx="1567016" cy="695758"/>
            <a:chOff x="4117203" y="2440310"/>
            <a:chExt cx="1567016" cy="6957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4F443E-D250-D2A5-9FA3-550E6B9C163F}"/>
                </a:ext>
              </a:extLst>
            </p:cNvPr>
            <p:cNvGrpSpPr/>
            <p:nvPr/>
          </p:nvGrpSpPr>
          <p:grpSpPr>
            <a:xfrm>
              <a:off x="4117203" y="2440310"/>
              <a:ext cx="1567016" cy="695758"/>
              <a:chOff x="5994131" y="80290"/>
              <a:chExt cx="1567016" cy="69575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24D129C-1C85-346E-647E-33D590464599}"/>
                  </a:ext>
                </a:extLst>
              </p:cNvPr>
              <p:cNvGrpSpPr/>
              <p:nvPr/>
            </p:nvGrpSpPr>
            <p:grpSpPr>
              <a:xfrm>
                <a:off x="5994131" y="114781"/>
                <a:ext cx="1567016" cy="632089"/>
                <a:chOff x="5109672" y="94061"/>
                <a:chExt cx="1567016" cy="632089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B92946D-C274-EBD8-2515-60D7F7D5A016}"/>
                    </a:ext>
                  </a:extLst>
                </p:cNvPr>
                <p:cNvSpPr/>
                <p:nvPr/>
              </p:nvSpPr>
              <p:spPr>
                <a:xfrm>
                  <a:off x="5278477" y="94061"/>
                  <a:ext cx="1390194" cy="632089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A4412DE-AFE8-2552-E018-CFF8440F2B08}"/>
                    </a:ext>
                  </a:extLst>
                </p:cNvPr>
                <p:cNvSpPr/>
                <p:nvPr/>
              </p:nvSpPr>
              <p:spPr>
                <a:xfrm>
                  <a:off x="5109672" y="257105"/>
                  <a:ext cx="168805" cy="302400"/>
                </a:xfrm>
                <a:prstGeom prst="rect">
                  <a:avLst/>
                </a:prstGeom>
                <a:solidFill>
                  <a:srgbClr val="FF0093"/>
                </a:solidFill>
                <a:ln>
                  <a:solidFill>
                    <a:srgbClr val="FF009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3FE68F1-E35B-6BE8-F698-D25DD0330794}"/>
                    </a:ext>
                  </a:extLst>
                </p:cNvPr>
                <p:cNvSpPr/>
                <p:nvPr/>
              </p:nvSpPr>
              <p:spPr>
                <a:xfrm>
                  <a:off x="5337929" y="122105"/>
                  <a:ext cx="576000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31A64BC-0382-4382-E46B-FDA7E81F1BA2}"/>
                    </a:ext>
                  </a:extLst>
                </p:cNvPr>
                <p:cNvSpPr/>
                <p:nvPr/>
              </p:nvSpPr>
              <p:spPr>
                <a:xfrm>
                  <a:off x="5958051" y="122105"/>
                  <a:ext cx="481249" cy="576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DA6FF9B-AF98-4F88-7127-EDA77BA85467}"/>
                    </a:ext>
                  </a:extLst>
                </p:cNvPr>
                <p:cNvSpPr/>
                <p:nvPr/>
              </p:nvSpPr>
              <p:spPr>
                <a:xfrm>
                  <a:off x="6507883" y="241402"/>
                  <a:ext cx="168805" cy="3197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23275C-09AC-6A9C-D565-591C0179EA3F}"/>
                  </a:ext>
                </a:extLst>
              </p:cNvPr>
              <p:cNvSpPr txBox="1"/>
              <p:nvPr/>
            </p:nvSpPr>
            <p:spPr>
              <a:xfrm>
                <a:off x="6871861" y="80290"/>
                <a:ext cx="4228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rgbClr val="5B9BD5"/>
                    </a:solidFill>
                    <a:latin typeface="Century Gothic" panose="020B0502020202020204" pitchFamily="34" charset="0"/>
                  </a:rPr>
                  <a:t>0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9710FD-2839-9ACD-0397-FF993A8BE94E}"/>
                  </a:ext>
                </a:extLst>
              </p:cNvPr>
              <p:cNvSpPr txBox="1"/>
              <p:nvPr/>
            </p:nvSpPr>
            <p:spPr>
              <a:xfrm>
                <a:off x="6769540" y="314383"/>
                <a:ext cx="6435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Swell Braille" pitchFamily="49"/>
                  </a:rPr>
                  <a:t>#j</a:t>
                </a:r>
              </a:p>
            </p:txBody>
          </p:sp>
        </p:grpSp>
        <p:pic>
          <p:nvPicPr>
            <p:cNvPr id="7" name="Picture 6" descr="Circle&#10;&#10;Description automatically generated with medium confidence">
              <a:extLst>
                <a:ext uri="{FF2B5EF4-FFF2-40B4-BE49-F238E27FC236}">
                  <a16:creationId xmlns:a16="http://schemas.microsoft.com/office/drawing/2014/main" id="{5E57F326-DA90-52BE-936C-64D0A8CAF0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rcRect l="1961" t="54156" r="88821" b="8614"/>
            <a:stretch/>
          </p:blipFill>
          <p:spPr>
            <a:xfrm>
              <a:off x="4362306" y="2529710"/>
              <a:ext cx="540000" cy="5186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2231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21763</TotalTime>
  <Words>381</Words>
  <Application>Microsoft Macintosh PowerPoint</Application>
  <PresentationFormat>A4 Paper (210x297 mm)</PresentationFormat>
  <Paragraphs>186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Swell Braille</vt:lpstr>
      <vt:lpstr>Office 2013 - 2022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Hadwen-Bennett</dc:creator>
  <cp:lastModifiedBy>Alex Hadwen-Bennett</cp:lastModifiedBy>
  <cp:revision>2</cp:revision>
  <cp:lastPrinted>2025-11-26T17:28:29Z</cp:lastPrinted>
  <dcterms:created xsi:type="dcterms:W3CDTF">2023-03-30T21:23:07Z</dcterms:created>
  <dcterms:modified xsi:type="dcterms:W3CDTF">2025-11-28T23:26:07Z</dcterms:modified>
</cp:coreProperties>
</file>